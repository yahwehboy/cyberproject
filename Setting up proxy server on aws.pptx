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1"/>
  </p:notesMasterIdLst>
  <p:handoutMasterIdLst>
    <p:handoutMasterId r:id="rId12"/>
  </p:handoutMasterIdLst>
  <p:sldIdLst>
    <p:sldId id="260" r:id="rId5"/>
    <p:sldId id="261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8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4479C6-08AD-440D-BEC5-34897C8066C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EEF6ED-8C49-40F5-8A59-65490B70BA5A}">
      <dgm:prSet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Open your terminal as an Administrator and run the following command: </a:t>
          </a:r>
          <a:endParaRPr lang="en-US" dirty="0">
            <a:solidFill>
              <a:schemeClr val="bg1"/>
            </a:solidFill>
          </a:endParaRPr>
        </a:p>
      </dgm:t>
    </dgm:pt>
    <dgm:pt modelId="{05806A8C-7912-43C3-9335-0680430EC23E}" type="parTrans" cxnId="{DCCE4B12-45FD-4704-8390-60986D9CD613}">
      <dgm:prSet/>
      <dgm:spPr/>
      <dgm:t>
        <a:bodyPr/>
        <a:lstStyle/>
        <a:p>
          <a:endParaRPr lang="en-US"/>
        </a:p>
      </dgm:t>
    </dgm:pt>
    <dgm:pt modelId="{F4B0876D-A478-44CB-B467-008541384296}" type="sibTrans" cxnId="{DCCE4B12-45FD-4704-8390-60986D9CD613}">
      <dgm:prSet/>
      <dgm:spPr/>
      <dgm:t>
        <a:bodyPr/>
        <a:lstStyle/>
        <a:p>
          <a:endParaRPr lang="en-US"/>
        </a:p>
      </dgm:t>
    </dgm:pt>
    <dgm:pt modelId="{77BA2D86-8CF4-4CB2-8786-770AFEFF15B9}">
      <dgm:prSet/>
      <dgm:spPr/>
      <dgm:t>
        <a:bodyPr/>
        <a:lstStyle/>
        <a:p>
          <a:r>
            <a:rPr lang="en-GB" b="1" dirty="0" err="1">
              <a:solidFill>
                <a:schemeClr val="bg1"/>
              </a:solidFill>
            </a:rPr>
            <a:t>choco</a:t>
          </a:r>
          <a:r>
            <a:rPr lang="en-GB" b="1" dirty="0">
              <a:solidFill>
                <a:schemeClr val="bg1"/>
              </a:solidFill>
            </a:rPr>
            <a:t> install 3proxy –y</a:t>
          </a:r>
          <a:endParaRPr lang="en-US" dirty="0">
            <a:solidFill>
              <a:schemeClr val="bg1"/>
            </a:solidFill>
          </a:endParaRPr>
        </a:p>
      </dgm:t>
    </dgm:pt>
    <dgm:pt modelId="{CE7CFB73-848E-46A4-95A9-8772DFF27153}" type="parTrans" cxnId="{20FDE10C-5293-4C40-A39D-DCEACD0453C4}">
      <dgm:prSet/>
      <dgm:spPr/>
      <dgm:t>
        <a:bodyPr/>
        <a:lstStyle/>
        <a:p>
          <a:endParaRPr lang="en-US"/>
        </a:p>
      </dgm:t>
    </dgm:pt>
    <dgm:pt modelId="{E980B53A-A3A7-4799-8390-3531E515C8C6}" type="sibTrans" cxnId="{20FDE10C-5293-4C40-A39D-DCEACD0453C4}">
      <dgm:prSet/>
      <dgm:spPr/>
      <dgm:t>
        <a:bodyPr/>
        <a:lstStyle/>
        <a:p>
          <a:endParaRPr lang="en-US"/>
        </a:p>
      </dgm:t>
    </dgm:pt>
    <dgm:pt modelId="{F0D5825C-7950-46BE-B57F-CD803AA12719}">
      <dgm:prSet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Verify the Installation by typing: </a:t>
          </a:r>
          <a:r>
            <a:rPr lang="en-GB" b="1" dirty="0">
              <a:solidFill>
                <a:schemeClr val="bg1"/>
              </a:solidFill>
            </a:rPr>
            <a:t>3proxy –v</a:t>
          </a:r>
          <a:endParaRPr lang="en-US" dirty="0">
            <a:solidFill>
              <a:schemeClr val="bg1"/>
            </a:solidFill>
          </a:endParaRPr>
        </a:p>
      </dgm:t>
    </dgm:pt>
    <dgm:pt modelId="{35BC77C8-8989-49E2-9EE1-9EA53AD735B4}" type="parTrans" cxnId="{80932A44-83E4-4061-8B60-B29C5403962E}">
      <dgm:prSet/>
      <dgm:spPr/>
      <dgm:t>
        <a:bodyPr/>
        <a:lstStyle/>
        <a:p>
          <a:endParaRPr lang="en-US"/>
        </a:p>
      </dgm:t>
    </dgm:pt>
    <dgm:pt modelId="{9285693C-BD16-4EB7-82E3-2CC1D7C64B05}" type="sibTrans" cxnId="{80932A44-83E4-4061-8B60-B29C5403962E}">
      <dgm:prSet/>
      <dgm:spPr/>
      <dgm:t>
        <a:bodyPr/>
        <a:lstStyle/>
        <a:p>
          <a:endParaRPr lang="en-US"/>
        </a:p>
      </dgm:t>
    </dgm:pt>
    <dgm:pt modelId="{E46774C2-8C90-4382-81E6-10BB9286307D}">
      <dgm:prSet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Chocolatey install tools in the directory </a:t>
          </a:r>
          <a:r>
            <a:rPr lang="en-GB" b="1" dirty="0">
              <a:solidFill>
                <a:schemeClr val="bg1"/>
              </a:solidFill>
            </a:rPr>
            <a:t>C:\ProgramData\chocolatey\lib\3proxy\</a:t>
          </a:r>
          <a:endParaRPr lang="en-US" dirty="0">
            <a:solidFill>
              <a:schemeClr val="bg1"/>
            </a:solidFill>
          </a:endParaRPr>
        </a:p>
      </dgm:t>
    </dgm:pt>
    <dgm:pt modelId="{D09D1E23-41F5-4A06-9984-2DFA4ABAD97D}" type="parTrans" cxnId="{1C4F87AB-4483-445E-A55A-503FB682C4B7}">
      <dgm:prSet/>
      <dgm:spPr/>
      <dgm:t>
        <a:bodyPr/>
        <a:lstStyle/>
        <a:p>
          <a:endParaRPr lang="en-US"/>
        </a:p>
      </dgm:t>
    </dgm:pt>
    <dgm:pt modelId="{02974996-701B-4DAF-8FE7-8FCCE2D16599}" type="sibTrans" cxnId="{1C4F87AB-4483-445E-A55A-503FB682C4B7}">
      <dgm:prSet/>
      <dgm:spPr/>
      <dgm:t>
        <a:bodyPr/>
        <a:lstStyle/>
        <a:p>
          <a:endParaRPr lang="en-US"/>
        </a:p>
      </dgm:t>
    </dgm:pt>
    <dgm:pt modelId="{315E560E-2663-4124-B7FD-36AE81819EBD}">
      <dgm:prSet/>
      <dgm:spPr/>
      <dgm:t>
        <a:bodyPr/>
        <a:lstStyle/>
        <a:p>
          <a:r>
            <a:rPr lang="en-GB" dirty="0">
              <a:solidFill>
                <a:schemeClr val="bg1"/>
              </a:solidFill>
            </a:rPr>
            <a:t>Navigate to </a:t>
          </a:r>
          <a:r>
            <a:rPr lang="en-GB" b="1" dirty="0">
              <a:solidFill>
                <a:schemeClr val="bg1"/>
              </a:solidFill>
            </a:rPr>
            <a:t>\tools\bin64 </a:t>
          </a:r>
          <a:r>
            <a:rPr lang="en-GB" dirty="0">
              <a:solidFill>
                <a:schemeClr val="bg1"/>
              </a:solidFill>
            </a:rPr>
            <a:t>in the 3proxy directory</a:t>
          </a:r>
          <a:endParaRPr lang="en-US" dirty="0">
            <a:solidFill>
              <a:schemeClr val="bg1"/>
            </a:solidFill>
          </a:endParaRPr>
        </a:p>
      </dgm:t>
    </dgm:pt>
    <dgm:pt modelId="{20183E87-7CDB-4F7E-AC88-AD382D2BFCAC}" type="parTrans" cxnId="{781E36CF-5274-4C42-8B91-B9C7C0DDE55F}">
      <dgm:prSet/>
      <dgm:spPr/>
      <dgm:t>
        <a:bodyPr/>
        <a:lstStyle/>
        <a:p>
          <a:endParaRPr lang="en-US"/>
        </a:p>
      </dgm:t>
    </dgm:pt>
    <dgm:pt modelId="{468FBFD4-E277-4271-BB2B-70D83B1B1061}" type="sibTrans" cxnId="{781E36CF-5274-4C42-8B91-B9C7C0DDE55F}">
      <dgm:prSet/>
      <dgm:spPr/>
      <dgm:t>
        <a:bodyPr/>
        <a:lstStyle/>
        <a:p>
          <a:endParaRPr lang="en-US"/>
        </a:p>
      </dgm:t>
    </dgm:pt>
    <dgm:pt modelId="{6F660FD3-3CD3-4069-8D93-CA8132980C01}" type="pres">
      <dgm:prSet presAssocID="{4A4479C6-08AD-440D-BEC5-34897C8066C9}" presName="root" presStyleCnt="0">
        <dgm:presLayoutVars>
          <dgm:dir/>
          <dgm:resizeHandles val="exact"/>
        </dgm:presLayoutVars>
      </dgm:prSet>
      <dgm:spPr/>
    </dgm:pt>
    <dgm:pt modelId="{E8DBC3F1-1C4B-403C-AFDD-0B3629342B9E}" type="pres">
      <dgm:prSet presAssocID="{E9EEF6ED-8C49-40F5-8A59-65490B70BA5A}" presName="compNode" presStyleCnt="0"/>
      <dgm:spPr/>
    </dgm:pt>
    <dgm:pt modelId="{D98AF4CD-6928-4AFD-B017-522235E0576D}" type="pres">
      <dgm:prSet presAssocID="{E9EEF6ED-8C49-40F5-8A59-65490B70BA5A}" presName="bgRect" presStyleLbl="bgShp" presStyleIdx="0" presStyleCnt="4"/>
      <dgm:spPr/>
    </dgm:pt>
    <dgm:pt modelId="{8AD8B560-BB8D-40A1-9F0F-F6842B510082}" type="pres">
      <dgm:prSet presAssocID="{E9EEF6ED-8C49-40F5-8A59-65490B70BA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89F1D93-554A-47FB-BDDA-DD15BC6725F8}" type="pres">
      <dgm:prSet presAssocID="{E9EEF6ED-8C49-40F5-8A59-65490B70BA5A}" presName="spaceRect" presStyleCnt="0"/>
      <dgm:spPr/>
    </dgm:pt>
    <dgm:pt modelId="{B6A7B9A4-E1DE-447E-A689-4280A1013718}" type="pres">
      <dgm:prSet presAssocID="{E9EEF6ED-8C49-40F5-8A59-65490B70BA5A}" presName="parTx" presStyleLbl="revTx" presStyleIdx="0" presStyleCnt="5">
        <dgm:presLayoutVars>
          <dgm:chMax val="0"/>
          <dgm:chPref val="0"/>
        </dgm:presLayoutVars>
      </dgm:prSet>
      <dgm:spPr/>
    </dgm:pt>
    <dgm:pt modelId="{72759B1B-DE1F-427C-B0BE-F84EBB55E48D}" type="pres">
      <dgm:prSet presAssocID="{E9EEF6ED-8C49-40F5-8A59-65490B70BA5A}" presName="desTx" presStyleLbl="revTx" presStyleIdx="1" presStyleCnt="5">
        <dgm:presLayoutVars/>
      </dgm:prSet>
      <dgm:spPr/>
    </dgm:pt>
    <dgm:pt modelId="{843CEBA9-EBC2-470E-9E04-F9EDCDA3A5C9}" type="pres">
      <dgm:prSet presAssocID="{F4B0876D-A478-44CB-B467-008541384296}" presName="sibTrans" presStyleCnt="0"/>
      <dgm:spPr/>
    </dgm:pt>
    <dgm:pt modelId="{408AD79E-3CA6-44E6-8F6D-EFF4BF1056BC}" type="pres">
      <dgm:prSet presAssocID="{F0D5825C-7950-46BE-B57F-CD803AA12719}" presName="compNode" presStyleCnt="0"/>
      <dgm:spPr/>
    </dgm:pt>
    <dgm:pt modelId="{758EC6C1-FD1B-4512-8337-AFB5C69B49E9}" type="pres">
      <dgm:prSet presAssocID="{F0D5825C-7950-46BE-B57F-CD803AA12719}" presName="bgRect" presStyleLbl="bgShp" presStyleIdx="1" presStyleCnt="4"/>
      <dgm:spPr/>
    </dgm:pt>
    <dgm:pt modelId="{9E3A7576-E643-4D61-9B0B-7A85AD1CE4FC}" type="pres">
      <dgm:prSet presAssocID="{F0D5825C-7950-46BE-B57F-CD803AA1271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C892DC6-24F4-4F2F-A3DC-E097BC9A23B2}" type="pres">
      <dgm:prSet presAssocID="{F0D5825C-7950-46BE-B57F-CD803AA12719}" presName="spaceRect" presStyleCnt="0"/>
      <dgm:spPr/>
    </dgm:pt>
    <dgm:pt modelId="{77C78FD7-1DCA-47E8-BAFF-62819C3CC634}" type="pres">
      <dgm:prSet presAssocID="{F0D5825C-7950-46BE-B57F-CD803AA12719}" presName="parTx" presStyleLbl="revTx" presStyleIdx="2" presStyleCnt="5">
        <dgm:presLayoutVars>
          <dgm:chMax val="0"/>
          <dgm:chPref val="0"/>
        </dgm:presLayoutVars>
      </dgm:prSet>
      <dgm:spPr/>
    </dgm:pt>
    <dgm:pt modelId="{790CDC5D-8FE5-494D-8150-3A9FB5DA7846}" type="pres">
      <dgm:prSet presAssocID="{9285693C-BD16-4EB7-82E3-2CC1D7C64B05}" presName="sibTrans" presStyleCnt="0"/>
      <dgm:spPr/>
    </dgm:pt>
    <dgm:pt modelId="{E21BCDF6-990F-422B-8D6B-76577551EC4F}" type="pres">
      <dgm:prSet presAssocID="{E46774C2-8C90-4382-81E6-10BB9286307D}" presName="compNode" presStyleCnt="0"/>
      <dgm:spPr/>
    </dgm:pt>
    <dgm:pt modelId="{DFB7C8DA-561B-4AB8-B502-664781090C91}" type="pres">
      <dgm:prSet presAssocID="{E46774C2-8C90-4382-81E6-10BB9286307D}" presName="bgRect" presStyleLbl="bgShp" presStyleIdx="2" presStyleCnt="4"/>
      <dgm:spPr/>
    </dgm:pt>
    <dgm:pt modelId="{552ED570-799D-43BB-9343-1A9FE4492FC7}" type="pres">
      <dgm:prSet presAssocID="{E46774C2-8C90-4382-81E6-10BB9286307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23D56D4C-C639-4060-AB0E-B588C087BC01}" type="pres">
      <dgm:prSet presAssocID="{E46774C2-8C90-4382-81E6-10BB9286307D}" presName="spaceRect" presStyleCnt="0"/>
      <dgm:spPr/>
    </dgm:pt>
    <dgm:pt modelId="{363847E2-E50D-44FD-A74A-F4DF3197AF71}" type="pres">
      <dgm:prSet presAssocID="{E46774C2-8C90-4382-81E6-10BB9286307D}" presName="parTx" presStyleLbl="revTx" presStyleIdx="3" presStyleCnt="5">
        <dgm:presLayoutVars>
          <dgm:chMax val="0"/>
          <dgm:chPref val="0"/>
        </dgm:presLayoutVars>
      </dgm:prSet>
      <dgm:spPr/>
    </dgm:pt>
    <dgm:pt modelId="{B21BD076-DC6A-4035-9924-3D44272C9B37}" type="pres">
      <dgm:prSet presAssocID="{02974996-701B-4DAF-8FE7-8FCCE2D16599}" presName="sibTrans" presStyleCnt="0"/>
      <dgm:spPr/>
    </dgm:pt>
    <dgm:pt modelId="{11BAAE91-B242-4261-9994-B08AF37299C8}" type="pres">
      <dgm:prSet presAssocID="{315E560E-2663-4124-B7FD-36AE81819EBD}" presName="compNode" presStyleCnt="0"/>
      <dgm:spPr/>
    </dgm:pt>
    <dgm:pt modelId="{B6132CC6-98CF-456D-B288-29E08AF362F2}" type="pres">
      <dgm:prSet presAssocID="{315E560E-2663-4124-B7FD-36AE81819EBD}" presName="bgRect" presStyleLbl="bgShp" presStyleIdx="3" presStyleCnt="4"/>
      <dgm:spPr/>
    </dgm:pt>
    <dgm:pt modelId="{04E40000-953B-4F0A-BFEF-18F15495BA0F}" type="pres">
      <dgm:prSet presAssocID="{315E560E-2663-4124-B7FD-36AE81819EB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AC5045FB-4132-447D-BD2C-3177D41A633E}" type="pres">
      <dgm:prSet presAssocID="{315E560E-2663-4124-B7FD-36AE81819EBD}" presName="spaceRect" presStyleCnt="0"/>
      <dgm:spPr/>
    </dgm:pt>
    <dgm:pt modelId="{8009514A-32CB-4E08-9591-90EED31A73A8}" type="pres">
      <dgm:prSet presAssocID="{315E560E-2663-4124-B7FD-36AE81819EB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0FDE10C-5293-4C40-A39D-DCEACD0453C4}" srcId="{E9EEF6ED-8C49-40F5-8A59-65490B70BA5A}" destId="{77BA2D86-8CF4-4CB2-8786-770AFEFF15B9}" srcOrd="0" destOrd="0" parTransId="{CE7CFB73-848E-46A4-95A9-8772DFF27153}" sibTransId="{E980B53A-A3A7-4799-8390-3531E515C8C6}"/>
    <dgm:cxn modelId="{C4C69511-C5E1-4ED6-BE41-854BFC4134A1}" type="presOf" srcId="{315E560E-2663-4124-B7FD-36AE81819EBD}" destId="{8009514A-32CB-4E08-9591-90EED31A73A8}" srcOrd="0" destOrd="0" presId="urn:microsoft.com/office/officeart/2018/2/layout/IconVerticalSolidList"/>
    <dgm:cxn modelId="{DCCE4B12-45FD-4704-8390-60986D9CD613}" srcId="{4A4479C6-08AD-440D-BEC5-34897C8066C9}" destId="{E9EEF6ED-8C49-40F5-8A59-65490B70BA5A}" srcOrd="0" destOrd="0" parTransId="{05806A8C-7912-43C3-9335-0680430EC23E}" sibTransId="{F4B0876D-A478-44CB-B467-008541384296}"/>
    <dgm:cxn modelId="{C7671738-9E02-46C1-828A-89A1700F88B7}" type="presOf" srcId="{E9EEF6ED-8C49-40F5-8A59-65490B70BA5A}" destId="{B6A7B9A4-E1DE-447E-A689-4280A1013718}" srcOrd="0" destOrd="0" presId="urn:microsoft.com/office/officeart/2018/2/layout/IconVerticalSolidList"/>
    <dgm:cxn modelId="{3BAA375C-F138-4892-A6FD-9F9F8F2845B4}" type="presOf" srcId="{E46774C2-8C90-4382-81E6-10BB9286307D}" destId="{363847E2-E50D-44FD-A74A-F4DF3197AF71}" srcOrd="0" destOrd="0" presId="urn:microsoft.com/office/officeart/2018/2/layout/IconVerticalSolidList"/>
    <dgm:cxn modelId="{80932A44-83E4-4061-8B60-B29C5403962E}" srcId="{4A4479C6-08AD-440D-BEC5-34897C8066C9}" destId="{F0D5825C-7950-46BE-B57F-CD803AA12719}" srcOrd="1" destOrd="0" parTransId="{35BC77C8-8989-49E2-9EE1-9EA53AD735B4}" sibTransId="{9285693C-BD16-4EB7-82E3-2CC1D7C64B05}"/>
    <dgm:cxn modelId="{B3A64655-F146-4C58-98F4-EE0B1258685D}" type="presOf" srcId="{77BA2D86-8CF4-4CB2-8786-770AFEFF15B9}" destId="{72759B1B-DE1F-427C-B0BE-F84EBB55E48D}" srcOrd="0" destOrd="0" presId="urn:microsoft.com/office/officeart/2018/2/layout/IconVerticalSolidList"/>
    <dgm:cxn modelId="{30965D85-A178-44ED-9BB7-13CC9EC1EBC7}" type="presOf" srcId="{4A4479C6-08AD-440D-BEC5-34897C8066C9}" destId="{6F660FD3-3CD3-4069-8D93-CA8132980C01}" srcOrd="0" destOrd="0" presId="urn:microsoft.com/office/officeart/2018/2/layout/IconVerticalSolidList"/>
    <dgm:cxn modelId="{1C4F87AB-4483-445E-A55A-503FB682C4B7}" srcId="{4A4479C6-08AD-440D-BEC5-34897C8066C9}" destId="{E46774C2-8C90-4382-81E6-10BB9286307D}" srcOrd="2" destOrd="0" parTransId="{D09D1E23-41F5-4A06-9984-2DFA4ABAD97D}" sibTransId="{02974996-701B-4DAF-8FE7-8FCCE2D16599}"/>
    <dgm:cxn modelId="{781E36CF-5274-4C42-8B91-B9C7C0DDE55F}" srcId="{4A4479C6-08AD-440D-BEC5-34897C8066C9}" destId="{315E560E-2663-4124-B7FD-36AE81819EBD}" srcOrd="3" destOrd="0" parTransId="{20183E87-7CDB-4F7E-AC88-AD382D2BFCAC}" sibTransId="{468FBFD4-E277-4271-BB2B-70D83B1B1061}"/>
    <dgm:cxn modelId="{04EC24D4-1915-4DA3-B2EC-BDA087E8B0F9}" type="presOf" srcId="{F0D5825C-7950-46BE-B57F-CD803AA12719}" destId="{77C78FD7-1DCA-47E8-BAFF-62819C3CC634}" srcOrd="0" destOrd="0" presId="urn:microsoft.com/office/officeart/2018/2/layout/IconVerticalSolidList"/>
    <dgm:cxn modelId="{5592B924-FA33-4445-B626-0A806A2B10B3}" type="presParOf" srcId="{6F660FD3-3CD3-4069-8D93-CA8132980C01}" destId="{E8DBC3F1-1C4B-403C-AFDD-0B3629342B9E}" srcOrd="0" destOrd="0" presId="urn:microsoft.com/office/officeart/2018/2/layout/IconVerticalSolidList"/>
    <dgm:cxn modelId="{FC78585F-B474-4525-80E5-78D4A2212FF1}" type="presParOf" srcId="{E8DBC3F1-1C4B-403C-AFDD-0B3629342B9E}" destId="{D98AF4CD-6928-4AFD-B017-522235E0576D}" srcOrd="0" destOrd="0" presId="urn:microsoft.com/office/officeart/2018/2/layout/IconVerticalSolidList"/>
    <dgm:cxn modelId="{28E5A31D-10D7-4DA2-9100-C01B8AFFBF7D}" type="presParOf" srcId="{E8DBC3F1-1C4B-403C-AFDD-0B3629342B9E}" destId="{8AD8B560-BB8D-40A1-9F0F-F6842B510082}" srcOrd="1" destOrd="0" presId="urn:microsoft.com/office/officeart/2018/2/layout/IconVerticalSolidList"/>
    <dgm:cxn modelId="{127B1657-DABD-468B-848F-52CB5C850AF7}" type="presParOf" srcId="{E8DBC3F1-1C4B-403C-AFDD-0B3629342B9E}" destId="{F89F1D93-554A-47FB-BDDA-DD15BC6725F8}" srcOrd="2" destOrd="0" presId="urn:microsoft.com/office/officeart/2018/2/layout/IconVerticalSolidList"/>
    <dgm:cxn modelId="{A2ECABF3-31B5-4259-BEC2-85AC2EE5F4B3}" type="presParOf" srcId="{E8DBC3F1-1C4B-403C-AFDD-0B3629342B9E}" destId="{B6A7B9A4-E1DE-447E-A689-4280A1013718}" srcOrd="3" destOrd="0" presId="urn:microsoft.com/office/officeart/2018/2/layout/IconVerticalSolidList"/>
    <dgm:cxn modelId="{E2EDD418-C75E-48EE-96AD-2579FF72CE30}" type="presParOf" srcId="{E8DBC3F1-1C4B-403C-AFDD-0B3629342B9E}" destId="{72759B1B-DE1F-427C-B0BE-F84EBB55E48D}" srcOrd="4" destOrd="0" presId="urn:microsoft.com/office/officeart/2018/2/layout/IconVerticalSolidList"/>
    <dgm:cxn modelId="{DD93135E-0F1D-48E0-8F9F-774D05B93B38}" type="presParOf" srcId="{6F660FD3-3CD3-4069-8D93-CA8132980C01}" destId="{843CEBA9-EBC2-470E-9E04-F9EDCDA3A5C9}" srcOrd="1" destOrd="0" presId="urn:microsoft.com/office/officeart/2018/2/layout/IconVerticalSolidList"/>
    <dgm:cxn modelId="{EF270059-8313-4CD7-86A0-EBFAAA243D29}" type="presParOf" srcId="{6F660FD3-3CD3-4069-8D93-CA8132980C01}" destId="{408AD79E-3CA6-44E6-8F6D-EFF4BF1056BC}" srcOrd="2" destOrd="0" presId="urn:microsoft.com/office/officeart/2018/2/layout/IconVerticalSolidList"/>
    <dgm:cxn modelId="{226B422F-32C2-4700-ABB6-84DB8D400AB6}" type="presParOf" srcId="{408AD79E-3CA6-44E6-8F6D-EFF4BF1056BC}" destId="{758EC6C1-FD1B-4512-8337-AFB5C69B49E9}" srcOrd="0" destOrd="0" presId="urn:microsoft.com/office/officeart/2018/2/layout/IconVerticalSolidList"/>
    <dgm:cxn modelId="{2C857067-300D-4085-9362-8D46C59E1631}" type="presParOf" srcId="{408AD79E-3CA6-44E6-8F6D-EFF4BF1056BC}" destId="{9E3A7576-E643-4D61-9B0B-7A85AD1CE4FC}" srcOrd="1" destOrd="0" presId="urn:microsoft.com/office/officeart/2018/2/layout/IconVerticalSolidList"/>
    <dgm:cxn modelId="{D70985BE-4807-42FA-9D26-25FD435455A0}" type="presParOf" srcId="{408AD79E-3CA6-44E6-8F6D-EFF4BF1056BC}" destId="{1C892DC6-24F4-4F2F-A3DC-E097BC9A23B2}" srcOrd="2" destOrd="0" presId="urn:microsoft.com/office/officeart/2018/2/layout/IconVerticalSolidList"/>
    <dgm:cxn modelId="{157DD9A6-60B5-409C-B6AE-15438B715AB7}" type="presParOf" srcId="{408AD79E-3CA6-44E6-8F6D-EFF4BF1056BC}" destId="{77C78FD7-1DCA-47E8-BAFF-62819C3CC634}" srcOrd="3" destOrd="0" presId="urn:microsoft.com/office/officeart/2018/2/layout/IconVerticalSolidList"/>
    <dgm:cxn modelId="{B31CB36B-5F0E-40B0-80DF-EC4E4925A7F4}" type="presParOf" srcId="{6F660FD3-3CD3-4069-8D93-CA8132980C01}" destId="{790CDC5D-8FE5-494D-8150-3A9FB5DA7846}" srcOrd="3" destOrd="0" presId="urn:microsoft.com/office/officeart/2018/2/layout/IconVerticalSolidList"/>
    <dgm:cxn modelId="{6BDA252C-097B-4CE5-A04C-2A038B0A337F}" type="presParOf" srcId="{6F660FD3-3CD3-4069-8D93-CA8132980C01}" destId="{E21BCDF6-990F-422B-8D6B-76577551EC4F}" srcOrd="4" destOrd="0" presId="urn:microsoft.com/office/officeart/2018/2/layout/IconVerticalSolidList"/>
    <dgm:cxn modelId="{0A9CA700-115D-46A1-A90D-EF29F427DA5D}" type="presParOf" srcId="{E21BCDF6-990F-422B-8D6B-76577551EC4F}" destId="{DFB7C8DA-561B-4AB8-B502-664781090C91}" srcOrd="0" destOrd="0" presId="urn:microsoft.com/office/officeart/2018/2/layout/IconVerticalSolidList"/>
    <dgm:cxn modelId="{A76CB9A2-C0C6-414F-AF97-9FEAED5FB62A}" type="presParOf" srcId="{E21BCDF6-990F-422B-8D6B-76577551EC4F}" destId="{552ED570-799D-43BB-9343-1A9FE4492FC7}" srcOrd="1" destOrd="0" presId="urn:microsoft.com/office/officeart/2018/2/layout/IconVerticalSolidList"/>
    <dgm:cxn modelId="{A024AADF-6146-4784-8689-3F54E9D72F77}" type="presParOf" srcId="{E21BCDF6-990F-422B-8D6B-76577551EC4F}" destId="{23D56D4C-C639-4060-AB0E-B588C087BC01}" srcOrd="2" destOrd="0" presId="urn:microsoft.com/office/officeart/2018/2/layout/IconVerticalSolidList"/>
    <dgm:cxn modelId="{3114925C-8781-48E1-BFBA-8F9A64342CAC}" type="presParOf" srcId="{E21BCDF6-990F-422B-8D6B-76577551EC4F}" destId="{363847E2-E50D-44FD-A74A-F4DF3197AF71}" srcOrd="3" destOrd="0" presId="urn:microsoft.com/office/officeart/2018/2/layout/IconVerticalSolidList"/>
    <dgm:cxn modelId="{21801FA7-98A0-47C4-87F9-08D3AC5370AA}" type="presParOf" srcId="{6F660FD3-3CD3-4069-8D93-CA8132980C01}" destId="{B21BD076-DC6A-4035-9924-3D44272C9B37}" srcOrd="5" destOrd="0" presId="urn:microsoft.com/office/officeart/2018/2/layout/IconVerticalSolidList"/>
    <dgm:cxn modelId="{B48A3A1D-FCC2-4369-B34C-9ACE1D7D625F}" type="presParOf" srcId="{6F660FD3-3CD3-4069-8D93-CA8132980C01}" destId="{11BAAE91-B242-4261-9994-B08AF37299C8}" srcOrd="6" destOrd="0" presId="urn:microsoft.com/office/officeart/2018/2/layout/IconVerticalSolidList"/>
    <dgm:cxn modelId="{9C2BE160-B6B5-4130-B3D9-1CC099EE21F0}" type="presParOf" srcId="{11BAAE91-B242-4261-9994-B08AF37299C8}" destId="{B6132CC6-98CF-456D-B288-29E08AF362F2}" srcOrd="0" destOrd="0" presId="urn:microsoft.com/office/officeart/2018/2/layout/IconVerticalSolidList"/>
    <dgm:cxn modelId="{15C171D0-39E7-4921-90DF-C360314428B8}" type="presParOf" srcId="{11BAAE91-B242-4261-9994-B08AF37299C8}" destId="{04E40000-953B-4F0A-BFEF-18F15495BA0F}" srcOrd="1" destOrd="0" presId="urn:microsoft.com/office/officeart/2018/2/layout/IconVerticalSolidList"/>
    <dgm:cxn modelId="{F9BC686F-785E-489C-B769-E5777DC77BB5}" type="presParOf" srcId="{11BAAE91-B242-4261-9994-B08AF37299C8}" destId="{AC5045FB-4132-447D-BD2C-3177D41A633E}" srcOrd="2" destOrd="0" presId="urn:microsoft.com/office/officeart/2018/2/layout/IconVerticalSolidList"/>
    <dgm:cxn modelId="{BAFE929A-1D26-494C-A563-C77A88A11CE8}" type="presParOf" srcId="{11BAAE91-B242-4261-9994-B08AF37299C8}" destId="{8009514A-32CB-4E08-9591-90EED31A73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8AF4CD-6928-4AFD-B017-522235E0576D}">
      <dsp:nvSpPr>
        <dsp:cNvPr id="0" name=""/>
        <dsp:cNvSpPr/>
      </dsp:nvSpPr>
      <dsp:spPr>
        <a:xfrm>
          <a:off x="0" y="1798"/>
          <a:ext cx="10827328" cy="91130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8B560-BB8D-40A1-9F0F-F6842B510082}">
      <dsp:nvSpPr>
        <dsp:cNvPr id="0" name=""/>
        <dsp:cNvSpPr/>
      </dsp:nvSpPr>
      <dsp:spPr>
        <a:xfrm>
          <a:off x="275669" y="206841"/>
          <a:ext cx="501216" cy="501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7B9A4-E1DE-447E-A689-4280A1013718}">
      <dsp:nvSpPr>
        <dsp:cNvPr id="0" name=""/>
        <dsp:cNvSpPr/>
      </dsp:nvSpPr>
      <dsp:spPr>
        <a:xfrm>
          <a:off x="1052554" y="1798"/>
          <a:ext cx="4872297" cy="911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446" tIns="96446" rIns="96446" bIns="9644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bg1"/>
              </a:solidFill>
            </a:rPr>
            <a:t>Open your terminal as an Administrator and run the following command: 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1052554" y="1798"/>
        <a:ext cx="4872297" cy="911302"/>
      </dsp:txXfrm>
    </dsp:sp>
    <dsp:sp modelId="{72759B1B-DE1F-427C-B0BE-F84EBB55E48D}">
      <dsp:nvSpPr>
        <dsp:cNvPr id="0" name=""/>
        <dsp:cNvSpPr/>
      </dsp:nvSpPr>
      <dsp:spPr>
        <a:xfrm>
          <a:off x="5924851" y="1798"/>
          <a:ext cx="4902476" cy="911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446" tIns="96446" rIns="96446" bIns="9644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 err="1">
              <a:solidFill>
                <a:schemeClr val="bg1"/>
              </a:solidFill>
            </a:rPr>
            <a:t>choco</a:t>
          </a:r>
          <a:r>
            <a:rPr lang="en-GB" sz="1500" b="1" kern="1200" dirty="0">
              <a:solidFill>
                <a:schemeClr val="bg1"/>
              </a:solidFill>
            </a:rPr>
            <a:t> install 3proxy –y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5924851" y="1798"/>
        <a:ext cx="4902476" cy="911302"/>
      </dsp:txXfrm>
    </dsp:sp>
    <dsp:sp modelId="{758EC6C1-FD1B-4512-8337-AFB5C69B49E9}">
      <dsp:nvSpPr>
        <dsp:cNvPr id="0" name=""/>
        <dsp:cNvSpPr/>
      </dsp:nvSpPr>
      <dsp:spPr>
        <a:xfrm>
          <a:off x="0" y="1140926"/>
          <a:ext cx="10827328" cy="91130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A7576-E643-4D61-9B0B-7A85AD1CE4FC}">
      <dsp:nvSpPr>
        <dsp:cNvPr id="0" name=""/>
        <dsp:cNvSpPr/>
      </dsp:nvSpPr>
      <dsp:spPr>
        <a:xfrm>
          <a:off x="275669" y="1345969"/>
          <a:ext cx="501216" cy="501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78FD7-1DCA-47E8-BAFF-62819C3CC634}">
      <dsp:nvSpPr>
        <dsp:cNvPr id="0" name=""/>
        <dsp:cNvSpPr/>
      </dsp:nvSpPr>
      <dsp:spPr>
        <a:xfrm>
          <a:off x="1052554" y="1140926"/>
          <a:ext cx="9774773" cy="911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446" tIns="96446" rIns="96446" bIns="9644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bg1"/>
              </a:solidFill>
            </a:rPr>
            <a:t>Verify the Installation by typing: </a:t>
          </a:r>
          <a:r>
            <a:rPr lang="en-GB" sz="2000" b="1" kern="1200" dirty="0">
              <a:solidFill>
                <a:schemeClr val="bg1"/>
              </a:solidFill>
            </a:rPr>
            <a:t>3proxy –v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1052554" y="1140926"/>
        <a:ext cx="9774773" cy="911302"/>
      </dsp:txXfrm>
    </dsp:sp>
    <dsp:sp modelId="{DFB7C8DA-561B-4AB8-B502-664781090C91}">
      <dsp:nvSpPr>
        <dsp:cNvPr id="0" name=""/>
        <dsp:cNvSpPr/>
      </dsp:nvSpPr>
      <dsp:spPr>
        <a:xfrm>
          <a:off x="0" y="2280054"/>
          <a:ext cx="10827328" cy="91130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ED570-799D-43BB-9343-1A9FE4492FC7}">
      <dsp:nvSpPr>
        <dsp:cNvPr id="0" name=""/>
        <dsp:cNvSpPr/>
      </dsp:nvSpPr>
      <dsp:spPr>
        <a:xfrm>
          <a:off x="275669" y="2485097"/>
          <a:ext cx="501216" cy="501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847E2-E50D-44FD-A74A-F4DF3197AF71}">
      <dsp:nvSpPr>
        <dsp:cNvPr id="0" name=""/>
        <dsp:cNvSpPr/>
      </dsp:nvSpPr>
      <dsp:spPr>
        <a:xfrm>
          <a:off x="1052554" y="2280054"/>
          <a:ext cx="9774773" cy="911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446" tIns="96446" rIns="96446" bIns="9644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bg1"/>
              </a:solidFill>
            </a:rPr>
            <a:t>Chocolatey install tools in the directory </a:t>
          </a:r>
          <a:r>
            <a:rPr lang="en-GB" sz="2000" b="1" kern="1200" dirty="0">
              <a:solidFill>
                <a:schemeClr val="bg1"/>
              </a:solidFill>
            </a:rPr>
            <a:t>C:\ProgramData\chocolatey\lib\3proxy\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1052554" y="2280054"/>
        <a:ext cx="9774773" cy="911302"/>
      </dsp:txXfrm>
    </dsp:sp>
    <dsp:sp modelId="{B6132CC6-98CF-456D-B288-29E08AF362F2}">
      <dsp:nvSpPr>
        <dsp:cNvPr id="0" name=""/>
        <dsp:cNvSpPr/>
      </dsp:nvSpPr>
      <dsp:spPr>
        <a:xfrm>
          <a:off x="0" y="3419182"/>
          <a:ext cx="10827328" cy="91130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40000-953B-4F0A-BFEF-18F15495BA0F}">
      <dsp:nvSpPr>
        <dsp:cNvPr id="0" name=""/>
        <dsp:cNvSpPr/>
      </dsp:nvSpPr>
      <dsp:spPr>
        <a:xfrm>
          <a:off x="275669" y="3624225"/>
          <a:ext cx="501216" cy="501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9514A-32CB-4E08-9591-90EED31A73A8}">
      <dsp:nvSpPr>
        <dsp:cNvPr id="0" name=""/>
        <dsp:cNvSpPr/>
      </dsp:nvSpPr>
      <dsp:spPr>
        <a:xfrm>
          <a:off x="1052554" y="3419182"/>
          <a:ext cx="9774773" cy="911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446" tIns="96446" rIns="96446" bIns="9644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bg1"/>
              </a:solidFill>
            </a:rPr>
            <a:t>Navigate to </a:t>
          </a:r>
          <a:r>
            <a:rPr lang="en-GB" sz="2000" b="1" kern="1200" dirty="0">
              <a:solidFill>
                <a:schemeClr val="bg1"/>
              </a:solidFill>
            </a:rPr>
            <a:t>\tools\bin64 </a:t>
          </a:r>
          <a:r>
            <a:rPr lang="en-GB" sz="2000" kern="1200" dirty="0">
              <a:solidFill>
                <a:schemeClr val="bg1"/>
              </a:solidFill>
            </a:rPr>
            <a:t>in the 3proxy directory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1052554" y="3419182"/>
        <a:ext cx="9774773" cy="911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r>
              <a:rPr lang="en-US" dirty="0"/>
              <a:t>Setting up proxy server on </a:t>
            </a:r>
            <a:r>
              <a:rPr lang="en-US" dirty="0" err="1"/>
              <a:t>aws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r>
              <a:rPr lang="en-US" dirty="0"/>
              <a:t>Olalekan Omotayo(</a:t>
            </a:r>
            <a:r>
              <a:rPr lang="en-US" dirty="0" err="1"/>
              <a:t>Yahwehboy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EB6FD5-B83C-04F2-ED71-287AA9383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39" t="2343" r="22632" b="3380"/>
          <a:stretch>
            <a:fillRect/>
          </a:stretch>
        </p:blipFill>
        <p:spPr>
          <a:xfrm>
            <a:off x="1429788" y="1113906"/>
            <a:ext cx="4818611" cy="465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EE67-97BC-0F81-B246-5DD19885C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/>
          <a:p>
            <a:r>
              <a:rPr lang="en-US"/>
              <a:t>INSTALL CHOCOLATEY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8298E-6451-4C35-7A6A-BE55469FF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0" t="10064" r="15804" b="10649"/>
          <a:stretch>
            <a:fillRect/>
          </a:stretch>
        </p:blipFill>
        <p:spPr>
          <a:xfrm>
            <a:off x="678871" y="2677927"/>
            <a:ext cx="3908119" cy="270243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B90F8-8358-0C9D-5B1C-32F755A59E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74547" y="685800"/>
            <a:ext cx="6618667" cy="5774961"/>
          </a:xfrm>
        </p:spPr>
        <p:txBody>
          <a:bodyPr>
            <a:noAutofit/>
          </a:bodyPr>
          <a:lstStyle/>
          <a:p>
            <a:r>
              <a:rPr lang="en-GB" sz="2000" dirty="0"/>
              <a:t>Installing </a:t>
            </a:r>
            <a:r>
              <a:rPr lang="en-GB" sz="2000" b="1" dirty="0"/>
              <a:t>3proxy</a:t>
            </a:r>
            <a:r>
              <a:rPr lang="en-GB" sz="2000" dirty="0"/>
              <a:t> using Chocolatey is a straightforward process since 3proxy is a community-supported package</a:t>
            </a:r>
          </a:p>
          <a:p>
            <a:r>
              <a:rPr lang="en-GB" sz="2000" dirty="0"/>
              <a:t>You need to run your terminal (Command Prompt or PowerShell) as an </a:t>
            </a:r>
            <a:r>
              <a:rPr lang="en-GB" sz="2000" b="1" dirty="0"/>
              <a:t>Administrator</a:t>
            </a:r>
          </a:p>
          <a:p>
            <a:r>
              <a:rPr lang="en-GB" sz="2000" dirty="0"/>
              <a:t>Copy and paste the below command in PowerShell to install </a:t>
            </a:r>
            <a:r>
              <a:rPr lang="en-GB" sz="2000" b="1" dirty="0"/>
              <a:t>Chocolatey</a:t>
            </a:r>
          </a:p>
          <a:p>
            <a:r>
              <a:rPr lang="en-GB" sz="2000" dirty="0"/>
              <a:t>If you don't see any errors, you are ready to use Chocolatey! Type </a:t>
            </a:r>
            <a:r>
              <a:rPr lang="en-GB" sz="2000" dirty="0" err="1"/>
              <a:t>choco</a:t>
            </a:r>
            <a:r>
              <a:rPr lang="en-GB" sz="2000" dirty="0"/>
              <a:t> or </a:t>
            </a:r>
            <a:r>
              <a:rPr lang="en-GB" sz="2000" dirty="0" err="1"/>
              <a:t>choco</a:t>
            </a:r>
            <a:r>
              <a:rPr lang="en-GB" sz="2000" dirty="0"/>
              <a:t> -? now, to use chocolatey in your terminal</a:t>
            </a:r>
          </a:p>
          <a:p>
            <a:pPr marL="0" indent="0">
              <a:buNone/>
            </a:pPr>
            <a:r>
              <a:rPr lang="en-GB" sz="2000" dirty="0"/>
              <a:t>Set-</a:t>
            </a:r>
            <a:r>
              <a:rPr lang="en-GB" sz="2000" dirty="0" err="1"/>
              <a:t>ExecutionPolicy</a:t>
            </a:r>
            <a:r>
              <a:rPr lang="en-GB" sz="2000" dirty="0"/>
              <a:t> Bypass -Scope Process -Force; [</a:t>
            </a:r>
            <a:r>
              <a:rPr lang="en-GB" sz="2000" dirty="0" err="1"/>
              <a:t>System.Net.ServicePointManager</a:t>
            </a:r>
            <a:r>
              <a:rPr lang="en-GB" sz="2000" dirty="0"/>
              <a:t>]::</a:t>
            </a:r>
            <a:r>
              <a:rPr lang="en-GB" sz="2000" dirty="0" err="1"/>
              <a:t>SecurityProtocol</a:t>
            </a:r>
            <a:r>
              <a:rPr lang="en-GB" sz="2000" dirty="0"/>
              <a:t> = [</a:t>
            </a:r>
            <a:r>
              <a:rPr lang="en-GB" sz="2000" dirty="0" err="1"/>
              <a:t>System.Net.ServicePointManager</a:t>
            </a:r>
            <a:r>
              <a:rPr lang="en-GB" sz="2000" dirty="0"/>
              <a:t>]::</a:t>
            </a:r>
            <a:r>
              <a:rPr lang="en-GB" sz="2000" dirty="0" err="1"/>
              <a:t>SecurityProtocol</a:t>
            </a:r>
            <a:r>
              <a:rPr lang="en-GB" sz="2000" dirty="0"/>
              <a:t> -</a:t>
            </a:r>
            <a:r>
              <a:rPr lang="en-GB" sz="2000" dirty="0" err="1"/>
              <a:t>bor</a:t>
            </a:r>
            <a:r>
              <a:rPr lang="en-GB" sz="2000" dirty="0"/>
              <a:t> 3072; </a:t>
            </a:r>
            <a:r>
              <a:rPr lang="en-GB" sz="2000" dirty="0" err="1"/>
              <a:t>iex</a:t>
            </a:r>
            <a:r>
              <a:rPr lang="en-GB" sz="2000" dirty="0"/>
              <a:t> ((New-Object </a:t>
            </a:r>
            <a:r>
              <a:rPr lang="en-GB" sz="2000" dirty="0" err="1"/>
              <a:t>System.Net.WebClient</a:t>
            </a:r>
            <a:r>
              <a:rPr lang="en-GB" sz="2000" dirty="0"/>
              <a:t>).</a:t>
            </a:r>
            <a:r>
              <a:rPr lang="en-GB" sz="2000" dirty="0" err="1"/>
              <a:t>DownloadString</a:t>
            </a:r>
            <a:r>
              <a:rPr lang="en-GB" sz="2000" dirty="0"/>
              <a:t>('https://community.chocolatey.org/install.ps1'))</a:t>
            </a:r>
          </a:p>
        </p:txBody>
      </p:sp>
    </p:spTree>
    <p:extLst>
      <p:ext uri="{BB962C8B-B14F-4D97-AF65-F5344CB8AC3E}">
        <p14:creationId xmlns:p14="http://schemas.microsoft.com/office/powerpoint/2010/main" val="58546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37CCD-3D28-1BDD-620B-9853B5C9C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>
            <a:normAutofit/>
          </a:bodyPr>
          <a:lstStyle/>
          <a:p>
            <a:r>
              <a:rPr lang="en-US" dirty="0"/>
              <a:t>INSTALL 3PROXY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A20BE8-EB48-202B-E08E-AB7BB11A2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4210963"/>
              </p:ext>
            </p:extLst>
          </p:nvPr>
        </p:nvGraphicFramePr>
        <p:xfrm>
          <a:off x="678872" y="1830774"/>
          <a:ext cx="10827328" cy="4332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4400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7168-304F-FCCC-6731-06CAC058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575897"/>
            <a:ext cx="6932507" cy="1135838"/>
          </a:xfrm>
        </p:spPr>
        <p:txBody>
          <a:bodyPr anchor="b">
            <a:normAutofit/>
          </a:bodyPr>
          <a:lstStyle/>
          <a:p>
            <a:r>
              <a:rPr lang="en-US" dirty="0"/>
              <a:t>CREATE a config file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1DE29-D20F-9736-AA3D-8D643A3C83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73731" y="1945178"/>
            <a:ext cx="7630776" cy="421787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000" dirty="0"/>
              <a:t>You will need to create a </a:t>
            </a:r>
            <a:r>
              <a:rPr lang="en-GB" sz="2000" b="1" dirty="0"/>
              <a:t>3proxy.cfg </a:t>
            </a:r>
            <a:r>
              <a:rPr lang="en-GB" sz="2000" dirty="0"/>
              <a:t>file in the installation directory to define your proxy rules (e.g., port settings, authentication).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Open Notepad and use this basic config. </a:t>
            </a:r>
          </a:p>
          <a:p>
            <a:pPr marL="457200" lvl="2" indent="0">
              <a:lnSpc>
                <a:spcPct val="90000"/>
              </a:lnSpc>
              <a:buNone/>
            </a:pPr>
            <a:r>
              <a:rPr lang="en-GB" sz="1800" dirty="0"/>
              <a:t>auth none</a:t>
            </a:r>
          </a:p>
          <a:p>
            <a:pPr marL="457200" lvl="2" indent="0">
              <a:lnSpc>
                <a:spcPct val="90000"/>
              </a:lnSpc>
              <a:buNone/>
            </a:pPr>
            <a:r>
              <a:rPr lang="en-GB" sz="1800" dirty="0"/>
              <a:t>socks -p1080</a:t>
            </a:r>
          </a:p>
          <a:p>
            <a:pPr marL="457200" lvl="2" indent="0">
              <a:lnSpc>
                <a:spcPct val="90000"/>
              </a:lnSpc>
              <a:buNone/>
            </a:pPr>
            <a:r>
              <a:rPr lang="en-GB" sz="1800" dirty="0"/>
              <a:t>Flush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Save the file as </a:t>
            </a:r>
            <a:r>
              <a:rPr lang="en-GB" sz="2000" b="1" dirty="0"/>
              <a:t>3proxy.cfg </a:t>
            </a:r>
            <a:r>
              <a:rPr lang="en-GB" sz="2000" dirty="0"/>
              <a:t>and run the following command in the </a:t>
            </a:r>
            <a:r>
              <a:rPr lang="en-GB" sz="2000" b="1" dirty="0"/>
              <a:t>\tools\bin64</a:t>
            </a:r>
            <a:r>
              <a:rPr lang="en-GB" sz="2000" dirty="0"/>
              <a:t> directory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n-GB" sz="2000" dirty="0"/>
              <a:t>.\3proxy.exe 3proxy.cfg</a:t>
            </a:r>
          </a:p>
        </p:txBody>
      </p:sp>
    </p:spTree>
    <p:extLst>
      <p:ext uri="{BB962C8B-B14F-4D97-AF65-F5344CB8AC3E}">
        <p14:creationId xmlns:p14="http://schemas.microsoft.com/office/powerpoint/2010/main" val="95115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D3A8-5E6E-DDDF-5E08-F3C8BAF81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79" y="240365"/>
            <a:ext cx="4807529" cy="3188635"/>
          </a:xfrm>
        </p:spPr>
        <p:txBody>
          <a:bodyPr anchor="b">
            <a:normAutofit/>
          </a:bodyPr>
          <a:lstStyle/>
          <a:p>
            <a:r>
              <a:rPr lang="en-US" dirty="0"/>
              <a:t>RUN AS A SERVICE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DB72-C9C0-F19B-BECF-7BA6D151A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242216"/>
            <a:ext cx="4912461" cy="1633928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GB" sz="2000" dirty="0"/>
              <a:t>To keep it running in the background, you can install it as a Windows service using: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n-GB" sz="2000" b="1" dirty="0"/>
              <a:t>3proxy.exe --install</a:t>
            </a:r>
          </a:p>
        </p:txBody>
      </p:sp>
    </p:spTree>
    <p:extLst>
      <p:ext uri="{BB962C8B-B14F-4D97-AF65-F5344CB8AC3E}">
        <p14:creationId xmlns:p14="http://schemas.microsoft.com/office/powerpoint/2010/main" val="307418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A70E-AB54-0EAA-C2C0-6986D988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rmAutofit/>
          </a:bodyPr>
          <a:lstStyle/>
          <a:p>
            <a:r>
              <a:rPr lang="en-US" dirty="0"/>
              <a:t>ADD FIREWALL RULE FOR 3PROXY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61147-24B9-91BA-DC48-4EB886653B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/>
          <a:p>
            <a:r>
              <a:rPr lang="en-GB" sz="2000" dirty="0"/>
              <a:t>In the terminal type the following to allow inbound rule for 3proxy on port 1080</a:t>
            </a:r>
          </a:p>
          <a:p>
            <a:r>
              <a:rPr lang="en-GB" sz="2000" dirty="0"/>
              <a:t>New-</a:t>
            </a:r>
            <a:r>
              <a:rPr lang="en-GB" sz="2000" dirty="0" err="1"/>
              <a:t>NetFirewallRule</a:t>
            </a:r>
            <a:r>
              <a:rPr lang="en-GB" sz="2000" dirty="0"/>
              <a:t> -DisplayName "3Proxy-SOCKS5" -Direction Inbound -</a:t>
            </a:r>
            <a:r>
              <a:rPr lang="en-GB" sz="2000" dirty="0" err="1"/>
              <a:t>LocalPort</a:t>
            </a:r>
            <a:r>
              <a:rPr lang="en-GB" sz="2000" dirty="0"/>
              <a:t> 1080 -Protocol TCP -Action Allow</a:t>
            </a:r>
          </a:p>
        </p:txBody>
      </p:sp>
    </p:spTree>
    <p:extLst>
      <p:ext uri="{BB962C8B-B14F-4D97-AF65-F5344CB8AC3E}">
        <p14:creationId xmlns:p14="http://schemas.microsoft.com/office/powerpoint/2010/main" val="4152525919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e16e022e-be2c-4e5f-a1a0-12ee95ec224d_wac_v2" id="{B6B6850C-8787-446D-AEF8-4F4B369C2BE6}" vid="{B649D6A8-486A-404C-BAE4-F6DCFECB1A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AF6374-A7FD-4717-AFE0-646B462CE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{82A428AA-B856-47A9-A1C9-900B2D5A18C4}a68ed2e1-c015-4bc0-a84f-ee5b52e9f56e-TFe16e022e-be2c-4e5f-a1a0-12ee95ec224d7989ee22_win32</Template>
  <TotalTime>236</TotalTime>
  <Words>325</Words>
  <Application>Microsoft Office PowerPoint</Application>
  <PresentationFormat>Widescreen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Avenir Next LT Pro</vt:lpstr>
      <vt:lpstr>Northern lights</vt:lpstr>
      <vt:lpstr>Setting up proxy server on aws</vt:lpstr>
      <vt:lpstr>INSTALL CHOCOLATEY</vt:lpstr>
      <vt:lpstr>INSTALL 3PROXY</vt:lpstr>
      <vt:lpstr>CREATE a config file</vt:lpstr>
      <vt:lpstr>RUN AS A SERVICE</vt:lpstr>
      <vt:lpstr>ADD FIREWALL RULE FOR 3PROXY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Olalekan Omotayo</dc:creator>
  <cp:lastModifiedBy>Olalekan Omotayo</cp:lastModifiedBy>
  <cp:revision>7</cp:revision>
  <dcterms:created xsi:type="dcterms:W3CDTF">2026-05-19T03:40:25Z</dcterms:created>
  <dcterms:modified xsi:type="dcterms:W3CDTF">2026-05-20T04:24:04Z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