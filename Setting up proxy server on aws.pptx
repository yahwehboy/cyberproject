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011" r:id="rId4"/>
  </p:sldMasterIdLst>
  <p:notesMasterIdLst>
    <p:notesMasterId r:id="rId10"/>
  </p:notesMasterIdLst>
  <p:handoutMasterIdLst>
    <p:handoutMasterId r:id="rId11"/>
  </p:handoutMasterIdLst>
  <p:sldIdLst>
    <p:sldId id="260" r:id="rId5"/>
    <p:sldId id="261" r:id="rId6"/>
    <p:sldId id="262" r:id="rId7"/>
    <p:sldId id="263" r:id="rId8"/>
    <p:sldId id="265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5E8F9B2-02AC-6F6E-F5B6-AF53ED8A8312}" name="Lauren Weldy (ALLEGIS GROUP HOLDINGS INC)" initials="LW" userId="S::v-laweldy@microsoft.com::63f3cce1-6527-43d1-991c-7e8015c8c70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8"/>
  </p:normalViewPr>
  <p:slideViewPr>
    <p:cSldViewPr snapToGrid="0">
      <p:cViewPr varScale="1">
        <p:scale>
          <a:sx n="64" d="100"/>
          <a:sy n="64" d="100"/>
        </p:scale>
        <p:origin x="84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svg"/><Relationship Id="rId1" Type="http://schemas.openxmlformats.org/officeDocument/2006/relationships/image" Target="../media/image26.svg"/><Relationship Id="rId4" Type="http://schemas.openxmlformats.org/officeDocument/2006/relationships/image" Target="../media/image29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svg"/><Relationship Id="rId1" Type="http://schemas.openxmlformats.org/officeDocument/2006/relationships/image" Target="../media/image26.svg"/><Relationship Id="rId4" Type="http://schemas.openxmlformats.org/officeDocument/2006/relationships/image" Target="../media/image2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A4479C6-08AD-440D-BEC5-34897C8066C9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E9EEF6ED-8C49-40F5-8A59-65490B70BA5A}">
      <dgm:prSet/>
      <dgm:spPr/>
      <dgm:t>
        <a:bodyPr/>
        <a:lstStyle/>
        <a:p>
          <a:r>
            <a:rPr lang="en-GB" dirty="0">
              <a:solidFill>
                <a:schemeClr val="bg1"/>
              </a:solidFill>
            </a:rPr>
            <a:t>Open your terminal as an Administrator and run the following command: </a:t>
          </a:r>
          <a:endParaRPr lang="en-US" dirty="0">
            <a:solidFill>
              <a:schemeClr val="bg1"/>
            </a:solidFill>
          </a:endParaRPr>
        </a:p>
      </dgm:t>
    </dgm:pt>
    <dgm:pt modelId="{05806A8C-7912-43C3-9335-0680430EC23E}" type="parTrans" cxnId="{DCCE4B12-45FD-4704-8390-60986D9CD613}">
      <dgm:prSet/>
      <dgm:spPr/>
      <dgm:t>
        <a:bodyPr/>
        <a:lstStyle/>
        <a:p>
          <a:endParaRPr lang="en-US"/>
        </a:p>
      </dgm:t>
    </dgm:pt>
    <dgm:pt modelId="{F4B0876D-A478-44CB-B467-008541384296}" type="sibTrans" cxnId="{DCCE4B12-45FD-4704-8390-60986D9CD613}">
      <dgm:prSet/>
      <dgm:spPr/>
      <dgm:t>
        <a:bodyPr/>
        <a:lstStyle/>
        <a:p>
          <a:endParaRPr lang="en-US"/>
        </a:p>
      </dgm:t>
    </dgm:pt>
    <dgm:pt modelId="{77BA2D86-8CF4-4CB2-8786-770AFEFF15B9}">
      <dgm:prSet/>
      <dgm:spPr/>
      <dgm:t>
        <a:bodyPr/>
        <a:lstStyle/>
        <a:p>
          <a:r>
            <a:rPr lang="en-GB" b="1" dirty="0" err="1">
              <a:solidFill>
                <a:schemeClr val="bg1"/>
              </a:solidFill>
            </a:rPr>
            <a:t>choco</a:t>
          </a:r>
          <a:r>
            <a:rPr lang="en-GB" b="1" dirty="0">
              <a:solidFill>
                <a:schemeClr val="bg1"/>
              </a:solidFill>
            </a:rPr>
            <a:t> install 3proxy –y</a:t>
          </a:r>
          <a:endParaRPr lang="en-US" dirty="0">
            <a:solidFill>
              <a:schemeClr val="bg1"/>
            </a:solidFill>
          </a:endParaRPr>
        </a:p>
      </dgm:t>
    </dgm:pt>
    <dgm:pt modelId="{CE7CFB73-848E-46A4-95A9-8772DFF27153}" type="parTrans" cxnId="{20FDE10C-5293-4C40-A39D-DCEACD0453C4}">
      <dgm:prSet/>
      <dgm:spPr/>
      <dgm:t>
        <a:bodyPr/>
        <a:lstStyle/>
        <a:p>
          <a:endParaRPr lang="en-US"/>
        </a:p>
      </dgm:t>
    </dgm:pt>
    <dgm:pt modelId="{E980B53A-A3A7-4799-8390-3531E515C8C6}" type="sibTrans" cxnId="{20FDE10C-5293-4C40-A39D-DCEACD0453C4}">
      <dgm:prSet/>
      <dgm:spPr/>
      <dgm:t>
        <a:bodyPr/>
        <a:lstStyle/>
        <a:p>
          <a:endParaRPr lang="en-US"/>
        </a:p>
      </dgm:t>
    </dgm:pt>
    <dgm:pt modelId="{F0D5825C-7950-46BE-B57F-CD803AA12719}">
      <dgm:prSet/>
      <dgm:spPr/>
      <dgm:t>
        <a:bodyPr/>
        <a:lstStyle/>
        <a:p>
          <a:r>
            <a:rPr lang="en-GB" dirty="0">
              <a:solidFill>
                <a:schemeClr val="bg1"/>
              </a:solidFill>
            </a:rPr>
            <a:t>Verify the Installation by typing: </a:t>
          </a:r>
          <a:r>
            <a:rPr lang="en-GB" b="1" dirty="0">
              <a:solidFill>
                <a:schemeClr val="bg1"/>
              </a:solidFill>
            </a:rPr>
            <a:t>3proxy –v</a:t>
          </a:r>
          <a:endParaRPr lang="en-US" dirty="0">
            <a:solidFill>
              <a:schemeClr val="bg1"/>
            </a:solidFill>
          </a:endParaRPr>
        </a:p>
      </dgm:t>
    </dgm:pt>
    <dgm:pt modelId="{35BC77C8-8989-49E2-9EE1-9EA53AD735B4}" type="parTrans" cxnId="{80932A44-83E4-4061-8B60-B29C5403962E}">
      <dgm:prSet/>
      <dgm:spPr/>
      <dgm:t>
        <a:bodyPr/>
        <a:lstStyle/>
        <a:p>
          <a:endParaRPr lang="en-US"/>
        </a:p>
      </dgm:t>
    </dgm:pt>
    <dgm:pt modelId="{9285693C-BD16-4EB7-82E3-2CC1D7C64B05}" type="sibTrans" cxnId="{80932A44-83E4-4061-8B60-B29C5403962E}">
      <dgm:prSet/>
      <dgm:spPr/>
      <dgm:t>
        <a:bodyPr/>
        <a:lstStyle/>
        <a:p>
          <a:endParaRPr lang="en-US"/>
        </a:p>
      </dgm:t>
    </dgm:pt>
    <dgm:pt modelId="{E46774C2-8C90-4382-81E6-10BB9286307D}">
      <dgm:prSet/>
      <dgm:spPr/>
      <dgm:t>
        <a:bodyPr/>
        <a:lstStyle/>
        <a:p>
          <a:r>
            <a:rPr lang="en-GB" dirty="0">
              <a:solidFill>
                <a:schemeClr val="bg1"/>
              </a:solidFill>
            </a:rPr>
            <a:t>Chocolatey install tools in the directory </a:t>
          </a:r>
          <a:r>
            <a:rPr lang="en-GB" b="1" dirty="0">
              <a:solidFill>
                <a:schemeClr val="bg1"/>
              </a:solidFill>
            </a:rPr>
            <a:t>C:\ProgramData\chocolatey\lib\3proxy\</a:t>
          </a:r>
          <a:endParaRPr lang="en-US" dirty="0">
            <a:solidFill>
              <a:schemeClr val="bg1"/>
            </a:solidFill>
          </a:endParaRPr>
        </a:p>
      </dgm:t>
    </dgm:pt>
    <dgm:pt modelId="{D09D1E23-41F5-4A06-9984-2DFA4ABAD97D}" type="parTrans" cxnId="{1C4F87AB-4483-445E-A55A-503FB682C4B7}">
      <dgm:prSet/>
      <dgm:spPr/>
      <dgm:t>
        <a:bodyPr/>
        <a:lstStyle/>
        <a:p>
          <a:endParaRPr lang="en-US"/>
        </a:p>
      </dgm:t>
    </dgm:pt>
    <dgm:pt modelId="{02974996-701B-4DAF-8FE7-8FCCE2D16599}" type="sibTrans" cxnId="{1C4F87AB-4483-445E-A55A-503FB682C4B7}">
      <dgm:prSet/>
      <dgm:spPr/>
      <dgm:t>
        <a:bodyPr/>
        <a:lstStyle/>
        <a:p>
          <a:endParaRPr lang="en-US"/>
        </a:p>
      </dgm:t>
    </dgm:pt>
    <dgm:pt modelId="{315E560E-2663-4124-B7FD-36AE81819EBD}">
      <dgm:prSet/>
      <dgm:spPr/>
      <dgm:t>
        <a:bodyPr/>
        <a:lstStyle/>
        <a:p>
          <a:r>
            <a:rPr lang="en-GB" dirty="0">
              <a:solidFill>
                <a:schemeClr val="bg1"/>
              </a:solidFill>
            </a:rPr>
            <a:t>Navigate to </a:t>
          </a:r>
          <a:r>
            <a:rPr lang="en-GB" b="1" dirty="0">
              <a:solidFill>
                <a:schemeClr val="bg1"/>
              </a:solidFill>
            </a:rPr>
            <a:t>\tools\bin64 </a:t>
          </a:r>
          <a:r>
            <a:rPr lang="en-GB" dirty="0">
              <a:solidFill>
                <a:schemeClr val="bg1"/>
              </a:solidFill>
            </a:rPr>
            <a:t>in the 3proxy directory</a:t>
          </a:r>
          <a:endParaRPr lang="en-US" dirty="0">
            <a:solidFill>
              <a:schemeClr val="bg1"/>
            </a:solidFill>
          </a:endParaRPr>
        </a:p>
      </dgm:t>
    </dgm:pt>
    <dgm:pt modelId="{20183E87-7CDB-4F7E-AC88-AD382D2BFCAC}" type="parTrans" cxnId="{781E36CF-5274-4C42-8B91-B9C7C0DDE55F}">
      <dgm:prSet/>
      <dgm:spPr/>
      <dgm:t>
        <a:bodyPr/>
        <a:lstStyle/>
        <a:p>
          <a:endParaRPr lang="en-US"/>
        </a:p>
      </dgm:t>
    </dgm:pt>
    <dgm:pt modelId="{468FBFD4-E277-4271-BB2B-70D83B1B1061}" type="sibTrans" cxnId="{781E36CF-5274-4C42-8B91-B9C7C0DDE55F}">
      <dgm:prSet/>
      <dgm:spPr/>
      <dgm:t>
        <a:bodyPr/>
        <a:lstStyle/>
        <a:p>
          <a:endParaRPr lang="en-US"/>
        </a:p>
      </dgm:t>
    </dgm:pt>
    <dgm:pt modelId="{6F660FD3-3CD3-4069-8D93-CA8132980C01}" type="pres">
      <dgm:prSet presAssocID="{4A4479C6-08AD-440D-BEC5-34897C8066C9}" presName="root" presStyleCnt="0">
        <dgm:presLayoutVars>
          <dgm:dir/>
          <dgm:resizeHandles val="exact"/>
        </dgm:presLayoutVars>
      </dgm:prSet>
      <dgm:spPr/>
    </dgm:pt>
    <dgm:pt modelId="{E8DBC3F1-1C4B-403C-AFDD-0B3629342B9E}" type="pres">
      <dgm:prSet presAssocID="{E9EEF6ED-8C49-40F5-8A59-65490B70BA5A}" presName="compNode" presStyleCnt="0"/>
      <dgm:spPr/>
    </dgm:pt>
    <dgm:pt modelId="{D98AF4CD-6928-4AFD-B017-522235E0576D}" type="pres">
      <dgm:prSet presAssocID="{E9EEF6ED-8C49-40F5-8A59-65490B70BA5A}" presName="bgRect" presStyleLbl="bgShp" presStyleIdx="0" presStyleCnt="4"/>
      <dgm:spPr/>
    </dgm:pt>
    <dgm:pt modelId="{8AD8B560-BB8D-40A1-9F0F-F6842B510082}" type="pres">
      <dgm:prSet presAssocID="{E9EEF6ED-8C49-40F5-8A59-65490B70BA5A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F89F1D93-554A-47FB-BDDA-DD15BC6725F8}" type="pres">
      <dgm:prSet presAssocID="{E9EEF6ED-8C49-40F5-8A59-65490B70BA5A}" presName="spaceRect" presStyleCnt="0"/>
      <dgm:spPr/>
    </dgm:pt>
    <dgm:pt modelId="{B6A7B9A4-E1DE-447E-A689-4280A1013718}" type="pres">
      <dgm:prSet presAssocID="{E9EEF6ED-8C49-40F5-8A59-65490B70BA5A}" presName="parTx" presStyleLbl="revTx" presStyleIdx="0" presStyleCnt="5">
        <dgm:presLayoutVars>
          <dgm:chMax val="0"/>
          <dgm:chPref val="0"/>
        </dgm:presLayoutVars>
      </dgm:prSet>
      <dgm:spPr/>
    </dgm:pt>
    <dgm:pt modelId="{72759B1B-DE1F-427C-B0BE-F84EBB55E48D}" type="pres">
      <dgm:prSet presAssocID="{E9EEF6ED-8C49-40F5-8A59-65490B70BA5A}" presName="desTx" presStyleLbl="revTx" presStyleIdx="1" presStyleCnt="5">
        <dgm:presLayoutVars/>
      </dgm:prSet>
      <dgm:spPr/>
    </dgm:pt>
    <dgm:pt modelId="{843CEBA9-EBC2-470E-9E04-F9EDCDA3A5C9}" type="pres">
      <dgm:prSet presAssocID="{F4B0876D-A478-44CB-B467-008541384296}" presName="sibTrans" presStyleCnt="0"/>
      <dgm:spPr/>
    </dgm:pt>
    <dgm:pt modelId="{408AD79E-3CA6-44E6-8F6D-EFF4BF1056BC}" type="pres">
      <dgm:prSet presAssocID="{F0D5825C-7950-46BE-B57F-CD803AA12719}" presName="compNode" presStyleCnt="0"/>
      <dgm:spPr/>
    </dgm:pt>
    <dgm:pt modelId="{758EC6C1-FD1B-4512-8337-AFB5C69B49E9}" type="pres">
      <dgm:prSet presAssocID="{F0D5825C-7950-46BE-B57F-CD803AA12719}" presName="bgRect" presStyleLbl="bgShp" presStyleIdx="1" presStyleCnt="4"/>
      <dgm:spPr/>
    </dgm:pt>
    <dgm:pt modelId="{9E3A7576-E643-4D61-9B0B-7A85AD1CE4FC}" type="pres">
      <dgm:prSet presAssocID="{F0D5825C-7950-46BE-B57F-CD803AA12719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1C892DC6-24F4-4F2F-A3DC-E097BC9A23B2}" type="pres">
      <dgm:prSet presAssocID="{F0D5825C-7950-46BE-B57F-CD803AA12719}" presName="spaceRect" presStyleCnt="0"/>
      <dgm:spPr/>
    </dgm:pt>
    <dgm:pt modelId="{77C78FD7-1DCA-47E8-BAFF-62819C3CC634}" type="pres">
      <dgm:prSet presAssocID="{F0D5825C-7950-46BE-B57F-CD803AA12719}" presName="parTx" presStyleLbl="revTx" presStyleIdx="2" presStyleCnt="5">
        <dgm:presLayoutVars>
          <dgm:chMax val="0"/>
          <dgm:chPref val="0"/>
        </dgm:presLayoutVars>
      </dgm:prSet>
      <dgm:spPr/>
    </dgm:pt>
    <dgm:pt modelId="{790CDC5D-8FE5-494D-8150-3A9FB5DA7846}" type="pres">
      <dgm:prSet presAssocID="{9285693C-BD16-4EB7-82E3-2CC1D7C64B05}" presName="sibTrans" presStyleCnt="0"/>
      <dgm:spPr/>
    </dgm:pt>
    <dgm:pt modelId="{E21BCDF6-990F-422B-8D6B-76577551EC4F}" type="pres">
      <dgm:prSet presAssocID="{E46774C2-8C90-4382-81E6-10BB9286307D}" presName="compNode" presStyleCnt="0"/>
      <dgm:spPr/>
    </dgm:pt>
    <dgm:pt modelId="{DFB7C8DA-561B-4AB8-B502-664781090C91}" type="pres">
      <dgm:prSet presAssocID="{E46774C2-8C90-4382-81E6-10BB9286307D}" presName="bgRect" presStyleLbl="bgShp" presStyleIdx="2" presStyleCnt="4"/>
      <dgm:spPr/>
    </dgm:pt>
    <dgm:pt modelId="{552ED570-799D-43BB-9343-1A9FE4492FC7}" type="pres">
      <dgm:prSet presAssocID="{E46774C2-8C90-4382-81E6-10BB9286307D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ker"/>
        </a:ext>
      </dgm:extLst>
    </dgm:pt>
    <dgm:pt modelId="{23D56D4C-C639-4060-AB0E-B588C087BC01}" type="pres">
      <dgm:prSet presAssocID="{E46774C2-8C90-4382-81E6-10BB9286307D}" presName="spaceRect" presStyleCnt="0"/>
      <dgm:spPr/>
    </dgm:pt>
    <dgm:pt modelId="{363847E2-E50D-44FD-A74A-F4DF3197AF71}" type="pres">
      <dgm:prSet presAssocID="{E46774C2-8C90-4382-81E6-10BB9286307D}" presName="parTx" presStyleLbl="revTx" presStyleIdx="3" presStyleCnt="5">
        <dgm:presLayoutVars>
          <dgm:chMax val="0"/>
          <dgm:chPref val="0"/>
        </dgm:presLayoutVars>
      </dgm:prSet>
      <dgm:spPr/>
    </dgm:pt>
    <dgm:pt modelId="{B21BD076-DC6A-4035-9924-3D44272C9B37}" type="pres">
      <dgm:prSet presAssocID="{02974996-701B-4DAF-8FE7-8FCCE2D16599}" presName="sibTrans" presStyleCnt="0"/>
      <dgm:spPr/>
    </dgm:pt>
    <dgm:pt modelId="{11BAAE91-B242-4261-9994-B08AF37299C8}" type="pres">
      <dgm:prSet presAssocID="{315E560E-2663-4124-B7FD-36AE81819EBD}" presName="compNode" presStyleCnt="0"/>
      <dgm:spPr/>
    </dgm:pt>
    <dgm:pt modelId="{B6132CC6-98CF-456D-B288-29E08AF362F2}" type="pres">
      <dgm:prSet presAssocID="{315E560E-2663-4124-B7FD-36AE81819EBD}" presName="bgRect" presStyleLbl="bgShp" presStyleIdx="3" presStyleCnt="4"/>
      <dgm:spPr/>
    </dgm:pt>
    <dgm:pt modelId="{04E40000-953B-4F0A-BFEF-18F15495BA0F}" type="pres">
      <dgm:prSet presAssocID="{315E560E-2663-4124-B7FD-36AE81819EBD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rection"/>
        </a:ext>
      </dgm:extLst>
    </dgm:pt>
    <dgm:pt modelId="{AC5045FB-4132-447D-BD2C-3177D41A633E}" type="pres">
      <dgm:prSet presAssocID="{315E560E-2663-4124-B7FD-36AE81819EBD}" presName="spaceRect" presStyleCnt="0"/>
      <dgm:spPr/>
    </dgm:pt>
    <dgm:pt modelId="{8009514A-32CB-4E08-9591-90EED31A73A8}" type="pres">
      <dgm:prSet presAssocID="{315E560E-2663-4124-B7FD-36AE81819EBD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20FDE10C-5293-4C40-A39D-DCEACD0453C4}" srcId="{E9EEF6ED-8C49-40F5-8A59-65490B70BA5A}" destId="{77BA2D86-8CF4-4CB2-8786-770AFEFF15B9}" srcOrd="0" destOrd="0" parTransId="{CE7CFB73-848E-46A4-95A9-8772DFF27153}" sibTransId="{E980B53A-A3A7-4799-8390-3531E515C8C6}"/>
    <dgm:cxn modelId="{C4C69511-C5E1-4ED6-BE41-854BFC4134A1}" type="presOf" srcId="{315E560E-2663-4124-B7FD-36AE81819EBD}" destId="{8009514A-32CB-4E08-9591-90EED31A73A8}" srcOrd="0" destOrd="0" presId="urn:microsoft.com/office/officeart/2018/2/layout/IconVerticalSolidList"/>
    <dgm:cxn modelId="{DCCE4B12-45FD-4704-8390-60986D9CD613}" srcId="{4A4479C6-08AD-440D-BEC5-34897C8066C9}" destId="{E9EEF6ED-8C49-40F5-8A59-65490B70BA5A}" srcOrd="0" destOrd="0" parTransId="{05806A8C-7912-43C3-9335-0680430EC23E}" sibTransId="{F4B0876D-A478-44CB-B467-008541384296}"/>
    <dgm:cxn modelId="{C7671738-9E02-46C1-828A-89A1700F88B7}" type="presOf" srcId="{E9EEF6ED-8C49-40F5-8A59-65490B70BA5A}" destId="{B6A7B9A4-E1DE-447E-A689-4280A1013718}" srcOrd="0" destOrd="0" presId="urn:microsoft.com/office/officeart/2018/2/layout/IconVerticalSolidList"/>
    <dgm:cxn modelId="{3BAA375C-F138-4892-A6FD-9F9F8F2845B4}" type="presOf" srcId="{E46774C2-8C90-4382-81E6-10BB9286307D}" destId="{363847E2-E50D-44FD-A74A-F4DF3197AF71}" srcOrd="0" destOrd="0" presId="urn:microsoft.com/office/officeart/2018/2/layout/IconVerticalSolidList"/>
    <dgm:cxn modelId="{80932A44-83E4-4061-8B60-B29C5403962E}" srcId="{4A4479C6-08AD-440D-BEC5-34897C8066C9}" destId="{F0D5825C-7950-46BE-B57F-CD803AA12719}" srcOrd="1" destOrd="0" parTransId="{35BC77C8-8989-49E2-9EE1-9EA53AD735B4}" sibTransId="{9285693C-BD16-4EB7-82E3-2CC1D7C64B05}"/>
    <dgm:cxn modelId="{B3A64655-F146-4C58-98F4-EE0B1258685D}" type="presOf" srcId="{77BA2D86-8CF4-4CB2-8786-770AFEFF15B9}" destId="{72759B1B-DE1F-427C-B0BE-F84EBB55E48D}" srcOrd="0" destOrd="0" presId="urn:microsoft.com/office/officeart/2018/2/layout/IconVerticalSolidList"/>
    <dgm:cxn modelId="{30965D85-A178-44ED-9BB7-13CC9EC1EBC7}" type="presOf" srcId="{4A4479C6-08AD-440D-BEC5-34897C8066C9}" destId="{6F660FD3-3CD3-4069-8D93-CA8132980C01}" srcOrd="0" destOrd="0" presId="urn:microsoft.com/office/officeart/2018/2/layout/IconVerticalSolidList"/>
    <dgm:cxn modelId="{1C4F87AB-4483-445E-A55A-503FB682C4B7}" srcId="{4A4479C6-08AD-440D-BEC5-34897C8066C9}" destId="{E46774C2-8C90-4382-81E6-10BB9286307D}" srcOrd="2" destOrd="0" parTransId="{D09D1E23-41F5-4A06-9984-2DFA4ABAD97D}" sibTransId="{02974996-701B-4DAF-8FE7-8FCCE2D16599}"/>
    <dgm:cxn modelId="{781E36CF-5274-4C42-8B91-B9C7C0DDE55F}" srcId="{4A4479C6-08AD-440D-BEC5-34897C8066C9}" destId="{315E560E-2663-4124-B7FD-36AE81819EBD}" srcOrd="3" destOrd="0" parTransId="{20183E87-7CDB-4F7E-AC88-AD382D2BFCAC}" sibTransId="{468FBFD4-E277-4271-BB2B-70D83B1B1061}"/>
    <dgm:cxn modelId="{04EC24D4-1915-4DA3-B2EC-BDA087E8B0F9}" type="presOf" srcId="{F0D5825C-7950-46BE-B57F-CD803AA12719}" destId="{77C78FD7-1DCA-47E8-BAFF-62819C3CC634}" srcOrd="0" destOrd="0" presId="urn:microsoft.com/office/officeart/2018/2/layout/IconVerticalSolidList"/>
    <dgm:cxn modelId="{5592B924-FA33-4445-B626-0A806A2B10B3}" type="presParOf" srcId="{6F660FD3-3CD3-4069-8D93-CA8132980C01}" destId="{E8DBC3F1-1C4B-403C-AFDD-0B3629342B9E}" srcOrd="0" destOrd="0" presId="urn:microsoft.com/office/officeart/2018/2/layout/IconVerticalSolidList"/>
    <dgm:cxn modelId="{FC78585F-B474-4525-80E5-78D4A2212FF1}" type="presParOf" srcId="{E8DBC3F1-1C4B-403C-AFDD-0B3629342B9E}" destId="{D98AF4CD-6928-4AFD-B017-522235E0576D}" srcOrd="0" destOrd="0" presId="urn:microsoft.com/office/officeart/2018/2/layout/IconVerticalSolidList"/>
    <dgm:cxn modelId="{28E5A31D-10D7-4DA2-9100-C01B8AFFBF7D}" type="presParOf" srcId="{E8DBC3F1-1C4B-403C-AFDD-0B3629342B9E}" destId="{8AD8B560-BB8D-40A1-9F0F-F6842B510082}" srcOrd="1" destOrd="0" presId="urn:microsoft.com/office/officeart/2018/2/layout/IconVerticalSolidList"/>
    <dgm:cxn modelId="{127B1657-DABD-468B-848F-52CB5C850AF7}" type="presParOf" srcId="{E8DBC3F1-1C4B-403C-AFDD-0B3629342B9E}" destId="{F89F1D93-554A-47FB-BDDA-DD15BC6725F8}" srcOrd="2" destOrd="0" presId="urn:microsoft.com/office/officeart/2018/2/layout/IconVerticalSolidList"/>
    <dgm:cxn modelId="{A2ECABF3-31B5-4259-BEC2-85AC2EE5F4B3}" type="presParOf" srcId="{E8DBC3F1-1C4B-403C-AFDD-0B3629342B9E}" destId="{B6A7B9A4-E1DE-447E-A689-4280A1013718}" srcOrd="3" destOrd="0" presId="urn:microsoft.com/office/officeart/2018/2/layout/IconVerticalSolidList"/>
    <dgm:cxn modelId="{E2EDD418-C75E-48EE-96AD-2579FF72CE30}" type="presParOf" srcId="{E8DBC3F1-1C4B-403C-AFDD-0B3629342B9E}" destId="{72759B1B-DE1F-427C-B0BE-F84EBB55E48D}" srcOrd="4" destOrd="0" presId="urn:microsoft.com/office/officeart/2018/2/layout/IconVerticalSolidList"/>
    <dgm:cxn modelId="{DD93135E-0F1D-48E0-8F9F-774D05B93B38}" type="presParOf" srcId="{6F660FD3-3CD3-4069-8D93-CA8132980C01}" destId="{843CEBA9-EBC2-470E-9E04-F9EDCDA3A5C9}" srcOrd="1" destOrd="0" presId="urn:microsoft.com/office/officeart/2018/2/layout/IconVerticalSolidList"/>
    <dgm:cxn modelId="{EF270059-8313-4CD7-86A0-EBFAAA243D29}" type="presParOf" srcId="{6F660FD3-3CD3-4069-8D93-CA8132980C01}" destId="{408AD79E-3CA6-44E6-8F6D-EFF4BF1056BC}" srcOrd="2" destOrd="0" presId="urn:microsoft.com/office/officeart/2018/2/layout/IconVerticalSolidList"/>
    <dgm:cxn modelId="{226B422F-32C2-4700-ABB6-84DB8D400AB6}" type="presParOf" srcId="{408AD79E-3CA6-44E6-8F6D-EFF4BF1056BC}" destId="{758EC6C1-FD1B-4512-8337-AFB5C69B49E9}" srcOrd="0" destOrd="0" presId="urn:microsoft.com/office/officeart/2018/2/layout/IconVerticalSolidList"/>
    <dgm:cxn modelId="{2C857067-300D-4085-9362-8D46C59E1631}" type="presParOf" srcId="{408AD79E-3CA6-44E6-8F6D-EFF4BF1056BC}" destId="{9E3A7576-E643-4D61-9B0B-7A85AD1CE4FC}" srcOrd="1" destOrd="0" presId="urn:microsoft.com/office/officeart/2018/2/layout/IconVerticalSolidList"/>
    <dgm:cxn modelId="{D70985BE-4807-42FA-9D26-25FD435455A0}" type="presParOf" srcId="{408AD79E-3CA6-44E6-8F6D-EFF4BF1056BC}" destId="{1C892DC6-24F4-4F2F-A3DC-E097BC9A23B2}" srcOrd="2" destOrd="0" presId="urn:microsoft.com/office/officeart/2018/2/layout/IconVerticalSolidList"/>
    <dgm:cxn modelId="{157DD9A6-60B5-409C-B6AE-15438B715AB7}" type="presParOf" srcId="{408AD79E-3CA6-44E6-8F6D-EFF4BF1056BC}" destId="{77C78FD7-1DCA-47E8-BAFF-62819C3CC634}" srcOrd="3" destOrd="0" presId="urn:microsoft.com/office/officeart/2018/2/layout/IconVerticalSolidList"/>
    <dgm:cxn modelId="{B31CB36B-5F0E-40B0-80DF-EC4E4925A7F4}" type="presParOf" srcId="{6F660FD3-3CD3-4069-8D93-CA8132980C01}" destId="{790CDC5D-8FE5-494D-8150-3A9FB5DA7846}" srcOrd="3" destOrd="0" presId="urn:microsoft.com/office/officeart/2018/2/layout/IconVerticalSolidList"/>
    <dgm:cxn modelId="{6BDA252C-097B-4CE5-A04C-2A038B0A337F}" type="presParOf" srcId="{6F660FD3-3CD3-4069-8D93-CA8132980C01}" destId="{E21BCDF6-990F-422B-8D6B-76577551EC4F}" srcOrd="4" destOrd="0" presId="urn:microsoft.com/office/officeart/2018/2/layout/IconVerticalSolidList"/>
    <dgm:cxn modelId="{0A9CA700-115D-46A1-A90D-EF29F427DA5D}" type="presParOf" srcId="{E21BCDF6-990F-422B-8D6B-76577551EC4F}" destId="{DFB7C8DA-561B-4AB8-B502-664781090C91}" srcOrd="0" destOrd="0" presId="urn:microsoft.com/office/officeart/2018/2/layout/IconVerticalSolidList"/>
    <dgm:cxn modelId="{A76CB9A2-C0C6-414F-AF97-9FEAED5FB62A}" type="presParOf" srcId="{E21BCDF6-990F-422B-8D6B-76577551EC4F}" destId="{552ED570-799D-43BB-9343-1A9FE4492FC7}" srcOrd="1" destOrd="0" presId="urn:microsoft.com/office/officeart/2018/2/layout/IconVerticalSolidList"/>
    <dgm:cxn modelId="{A024AADF-6146-4784-8689-3F54E9D72F77}" type="presParOf" srcId="{E21BCDF6-990F-422B-8D6B-76577551EC4F}" destId="{23D56D4C-C639-4060-AB0E-B588C087BC01}" srcOrd="2" destOrd="0" presId="urn:microsoft.com/office/officeart/2018/2/layout/IconVerticalSolidList"/>
    <dgm:cxn modelId="{3114925C-8781-48E1-BFBA-8F9A64342CAC}" type="presParOf" srcId="{E21BCDF6-990F-422B-8D6B-76577551EC4F}" destId="{363847E2-E50D-44FD-A74A-F4DF3197AF71}" srcOrd="3" destOrd="0" presId="urn:microsoft.com/office/officeart/2018/2/layout/IconVerticalSolidList"/>
    <dgm:cxn modelId="{21801FA7-98A0-47C4-87F9-08D3AC5370AA}" type="presParOf" srcId="{6F660FD3-3CD3-4069-8D93-CA8132980C01}" destId="{B21BD076-DC6A-4035-9924-3D44272C9B37}" srcOrd="5" destOrd="0" presId="urn:microsoft.com/office/officeart/2018/2/layout/IconVerticalSolidList"/>
    <dgm:cxn modelId="{B48A3A1D-FCC2-4369-B34C-9ACE1D7D625F}" type="presParOf" srcId="{6F660FD3-3CD3-4069-8D93-CA8132980C01}" destId="{11BAAE91-B242-4261-9994-B08AF37299C8}" srcOrd="6" destOrd="0" presId="urn:microsoft.com/office/officeart/2018/2/layout/IconVerticalSolidList"/>
    <dgm:cxn modelId="{9C2BE160-B6B5-4130-B3D9-1CC099EE21F0}" type="presParOf" srcId="{11BAAE91-B242-4261-9994-B08AF37299C8}" destId="{B6132CC6-98CF-456D-B288-29E08AF362F2}" srcOrd="0" destOrd="0" presId="urn:microsoft.com/office/officeart/2018/2/layout/IconVerticalSolidList"/>
    <dgm:cxn modelId="{15C171D0-39E7-4921-90DF-C360314428B8}" type="presParOf" srcId="{11BAAE91-B242-4261-9994-B08AF37299C8}" destId="{04E40000-953B-4F0A-BFEF-18F15495BA0F}" srcOrd="1" destOrd="0" presId="urn:microsoft.com/office/officeart/2018/2/layout/IconVerticalSolidList"/>
    <dgm:cxn modelId="{F9BC686F-785E-489C-B769-E5777DC77BB5}" type="presParOf" srcId="{11BAAE91-B242-4261-9994-B08AF37299C8}" destId="{AC5045FB-4132-447D-BD2C-3177D41A633E}" srcOrd="2" destOrd="0" presId="urn:microsoft.com/office/officeart/2018/2/layout/IconVerticalSolidList"/>
    <dgm:cxn modelId="{BAFE929A-1D26-494C-A563-C77A88A11CE8}" type="presParOf" srcId="{11BAAE91-B242-4261-9994-B08AF37299C8}" destId="{8009514A-32CB-4E08-9591-90EED31A73A8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98AF4CD-6928-4AFD-B017-522235E0576D}">
      <dsp:nvSpPr>
        <dsp:cNvPr id="0" name=""/>
        <dsp:cNvSpPr/>
      </dsp:nvSpPr>
      <dsp:spPr>
        <a:xfrm>
          <a:off x="0" y="1798"/>
          <a:ext cx="10827328" cy="911302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AD8B560-BB8D-40A1-9F0F-F6842B510082}">
      <dsp:nvSpPr>
        <dsp:cNvPr id="0" name=""/>
        <dsp:cNvSpPr/>
      </dsp:nvSpPr>
      <dsp:spPr>
        <a:xfrm>
          <a:off x="275669" y="206841"/>
          <a:ext cx="501216" cy="50121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6A7B9A4-E1DE-447E-A689-4280A1013718}">
      <dsp:nvSpPr>
        <dsp:cNvPr id="0" name=""/>
        <dsp:cNvSpPr/>
      </dsp:nvSpPr>
      <dsp:spPr>
        <a:xfrm>
          <a:off x="1052554" y="1798"/>
          <a:ext cx="4872297" cy="9113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446" tIns="96446" rIns="96446" bIns="96446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schemeClr val="bg1"/>
              </a:solidFill>
            </a:rPr>
            <a:t>Open your terminal as an Administrator and run the following command: </a:t>
          </a:r>
          <a:endParaRPr lang="en-US" sz="2000" kern="1200" dirty="0">
            <a:solidFill>
              <a:schemeClr val="bg1"/>
            </a:solidFill>
          </a:endParaRPr>
        </a:p>
      </dsp:txBody>
      <dsp:txXfrm>
        <a:off x="1052554" y="1798"/>
        <a:ext cx="4872297" cy="911302"/>
      </dsp:txXfrm>
    </dsp:sp>
    <dsp:sp modelId="{72759B1B-DE1F-427C-B0BE-F84EBB55E48D}">
      <dsp:nvSpPr>
        <dsp:cNvPr id="0" name=""/>
        <dsp:cNvSpPr/>
      </dsp:nvSpPr>
      <dsp:spPr>
        <a:xfrm>
          <a:off x="5924851" y="1798"/>
          <a:ext cx="4902476" cy="9113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446" tIns="96446" rIns="96446" bIns="96446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b="1" kern="1200" dirty="0" err="1">
              <a:solidFill>
                <a:schemeClr val="bg1"/>
              </a:solidFill>
            </a:rPr>
            <a:t>choco</a:t>
          </a:r>
          <a:r>
            <a:rPr lang="en-GB" sz="1500" b="1" kern="1200" dirty="0">
              <a:solidFill>
                <a:schemeClr val="bg1"/>
              </a:solidFill>
            </a:rPr>
            <a:t> install 3proxy –y</a:t>
          </a:r>
          <a:endParaRPr lang="en-US" sz="1500" kern="1200" dirty="0">
            <a:solidFill>
              <a:schemeClr val="bg1"/>
            </a:solidFill>
          </a:endParaRPr>
        </a:p>
      </dsp:txBody>
      <dsp:txXfrm>
        <a:off x="5924851" y="1798"/>
        <a:ext cx="4902476" cy="911302"/>
      </dsp:txXfrm>
    </dsp:sp>
    <dsp:sp modelId="{758EC6C1-FD1B-4512-8337-AFB5C69B49E9}">
      <dsp:nvSpPr>
        <dsp:cNvPr id="0" name=""/>
        <dsp:cNvSpPr/>
      </dsp:nvSpPr>
      <dsp:spPr>
        <a:xfrm>
          <a:off x="0" y="1140926"/>
          <a:ext cx="10827328" cy="911302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E3A7576-E643-4D61-9B0B-7A85AD1CE4FC}">
      <dsp:nvSpPr>
        <dsp:cNvPr id="0" name=""/>
        <dsp:cNvSpPr/>
      </dsp:nvSpPr>
      <dsp:spPr>
        <a:xfrm>
          <a:off x="275669" y="1345969"/>
          <a:ext cx="501216" cy="50121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7C78FD7-1DCA-47E8-BAFF-62819C3CC634}">
      <dsp:nvSpPr>
        <dsp:cNvPr id="0" name=""/>
        <dsp:cNvSpPr/>
      </dsp:nvSpPr>
      <dsp:spPr>
        <a:xfrm>
          <a:off x="1052554" y="1140926"/>
          <a:ext cx="9774773" cy="9113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446" tIns="96446" rIns="96446" bIns="96446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schemeClr val="bg1"/>
              </a:solidFill>
            </a:rPr>
            <a:t>Verify the Installation by typing: </a:t>
          </a:r>
          <a:r>
            <a:rPr lang="en-GB" sz="2000" b="1" kern="1200" dirty="0">
              <a:solidFill>
                <a:schemeClr val="bg1"/>
              </a:solidFill>
            </a:rPr>
            <a:t>3proxy –v</a:t>
          </a:r>
          <a:endParaRPr lang="en-US" sz="2000" kern="1200" dirty="0">
            <a:solidFill>
              <a:schemeClr val="bg1"/>
            </a:solidFill>
          </a:endParaRPr>
        </a:p>
      </dsp:txBody>
      <dsp:txXfrm>
        <a:off x="1052554" y="1140926"/>
        <a:ext cx="9774773" cy="911302"/>
      </dsp:txXfrm>
    </dsp:sp>
    <dsp:sp modelId="{DFB7C8DA-561B-4AB8-B502-664781090C91}">
      <dsp:nvSpPr>
        <dsp:cNvPr id="0" name=""/>
        <dsp:cNvSpPr/>
      </dsp:nvSpPr>
      <dsp:spPr>
        <a:xfrm>
          <a:off x="0" y="2280054"/>
          <a:ext cx="10827328" cy="911302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2ED570-799D-43BB-9343-1A9FE4492FC7}">
      <dsp:nvSpPr>
        <dsp:cNvPr id="0" name=""/>
        <dsp:cNvSpPr/>
      </dsp:nvSpPr>
      <dsp:spPr>
        <a:xfrm>
          <a:off x="275669" y="2485097"/>
          <a:ext cx="501216" cy="50121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63847E2-E50D-44FD-A74A-F4DF3197AF71}">
      <dsp:nvSpPr>
        <dsp:cNvPr id="0" name=""/>
        <dsp:cNvSpPr/>
      </dsp:nvSpPr>
      <dsp:spPr>
        <a:xfrm>
          <a:off x="1052554" y="2280054"/>
          <a:ext cx="9774773" cy="9113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446" tIns="96446" rIns="96446" bIns="96446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schemeClr val="bg1"/>
              </a:solidFill>
            </a:rPr>
            <a:t>Chocolatey install tools in the directory </a:t>
          </a:r>
          <a:r>
            <a:rPr lang="en-GB" sz="2000" b="1" kern="1200" dirty="0">
              <a:solidFill>
                <a:schemeClr val="bg1"/>
              </a:solidFill>
            </a:rPr>
            <a:t>C:\ProgramData\chocolatey\lib\3proxy\</a:t>
          </a:r>
          <a:endParaRPr lang="en-US" sz="2000" kern="1200" dirty="0">
            <a:solidFill>
              <a:schemeClr val="bg1"/>
            </a:solidFill>
          </a:endParaRPr>
        </a:p>
      </dsp:txBody>
      <dsp:txXfrm>
        <a:off x="1052554" y="2280054"/>
        <a:ext cx="9774773" cy="911302"/>
      </dsp:txXfrm>
    </dsp:sp>
    <dsp:sp modelId="{B6132CC6-98CF-456D-B288-29E08AF362F2}">
      <dsp:nvSpPr>
        <dsp:cNvPr id="0" name=""/>
        <dsp:cNvSpPr/>
      </dsp:nvSpPr>
      <dsp:spPr>
        <a:xfrm>
          <a:off x="0" y="3419182"/>
          <a:ext cx="10827328" cy="911302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4E40000-953B-4F0A-BFEF-18F15495BA0F}">
      <dsp:nvSpPr>
        <dsp:cNvPr id="0" name=""/>
        <dsp:cNvSpPr/>
      </dsp:nvSpPr>
      <dsp:spPr>
        <a:xfrm>
          <a:off x="275669" y="3624225"/>
          <a:ext cx="501216" cy="50121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009514A-32CB-4E08-9591-90EED31A73A8}">
      <dsp:nvSpPr>
        <dsp:cNvPr id="0" name=""/>
        <dsp:cNvSpPr/>
      </dsp:nvSpPr>
      <dsp:spPr>
        <a:xfrm>
          <a:off x="1052554" y="3419182"/>
          <a:ext cx="9774773" cy="9113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446" tIns="96446" rIns="96446" bIns="96446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schemeClr val="bg1"/>
              </a:solidFill>
            </a:rPr>
            <a:t>Navigate to </a:t>
          </a:r>
          <a:r>
            <a:rPr lang="en-GB" sz="2000" b="1" kern="1200" dirty="0">
              <a:solidFill>
                <a:schemeClr val="bg1"/>
              </a:solidFill>
            </a:rPr>
            <a:t>\tools\bin64 </a:t>
          </a:r>
          <a:r>
            <a:rPr lang="en-GB" sz="2000" kern="1200" dirty="0">
              <a:solidFill>
                <a:schemeClr val="bg1"/>
              </a:solidFill>
            </a:rPr>
            <a:t>in the 3proxy directory</a:t>
          </a:r>
          <a:endParaRPr lang="en-US" sz="2000" kern="1200" dirty="0">
            <a:solidFill>
              <a:schemeClr val="bg1"/>
            </a:solidFill>
          </a:endParaRPr>
        </a:p>
      </dsp:txBody>
      <dsp:txXfrm>
        <a:off x="1052554" y="3419182"/>
        <a:ext cx="9774773" cy="91130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FFB14B2-CD52-9E84-B3E7-49A90F3A72A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DAE5F9-C39F-2ECF-0C06-D0122807D4B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23FF85-4E34-4546-B772-76DFA4A6051B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7F3243-F9C0-85BE-2E9C-191F612CFE8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EBE2E3-8654-B63F-B7D6-9549069476A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BF7180-4EDD-4E08-9775-7398C11D6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1430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5CC398-6116-4BD2-9FAD-9822FDA158BE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EFF46E-6B43-41F9-9272-B566D03A25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440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EFF46E-6B43-41F9-9272-B566D03A251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826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jpe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48400" y="2819400"/>
            <a:ext cx="5029200" cy="12954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lnSpc>
                <a:spcPct val="100000"/>
              </a:lnSpc>
              <a:defRPr lang="en-US" sz="28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8400" y="4270248"/>
            <a:ext cx="5029200" cy="685800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85703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D909A06-A364-5E3D-6D27-7FAA213CE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2" y="694932"/>
            <a:ext cx="10827328" cy="985966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872" y="1830774"/>
            <a:ext cx="10827328" cy="43322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31E58F-1A72-99FC-BFB5-C1A7E18DC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B93EAD-9C49-0E73-60D2-E95D760F7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51C29A-9EE1-5B40-D317-4A98FF038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4634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0" y="3071529"/>
            <a:ext cx="5257800" cy="1981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0" y="5257800"/>
            <a:ext cx="5257800" cy="785528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588863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40326112-1BD1-F5C0-ED77-E41EEFB039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8870" y="1142999"/>
            <a:ext cx="4807529" cy="318863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0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E8300B8C-A996-EF72-0213-6F8F903337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8870" y="4560236"/>
            <a:ext cx="4807529" cy="785528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910985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Pr>
        <a:blipFill dpi="0"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8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58619" y="609601"/>
            <a:ext cx="5447581" cy="376832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0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58618" y="4662326"/>
            <a:ext cx="5447582" cy="1586073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609600"/>
            <a:ext cx="4935358" cy="5638800"/>
          </a:xfrm>
          <a:blipFill>
            <a:blip r:embed="rId4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50202" r="-50202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4274772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8871" y="529496"/>
            <a:ext cx="10827330" cy="990600"/>
          </a:xfr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40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8871" y="5337048"/>
            <a:ext cx="10827329" cy="987552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 algn="ctr">
              <a:buNone/>
              <a:defRPr lang="en-US" sz="16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3C616236-6C34-2AB3-9A30-9F0CB3F4E1B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2019299"/>
            <a:ext cx="10827330" cy="2819402"/>
          </a:xfrm>
          <a:blipFill>
            <a:blip r:embed="rId3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71622" b="-47190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3597725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24600" y="609600"/>
            <a:ext cx="5188529" cy="4953000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40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18504" y="5867400"/>
            <a:ext cx="5188529" cy="377573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A3E0057A-BBE1-599B-C438-DC65F961459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609600"/>
            <a:ext cx="4935358" cy="5638800"/>
          </a:xfrm>
          <a:blipFill>
            <a:blip r:embed="rId3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50202" r="-50202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2055004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1450" y="4038601"/>
            <a:ext cx="6587550" cy="2209800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40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48600" y="4038601"/>
            <a:ext cx="3657600" cy="2209799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 algn="r">
              <a:buNone/>
              <a:defRPr lang="en-US" sz="16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0" y="609598"/>
            <a:ext cx="10827330" cy="2819402"/>
          </a:xfrm>
          <a:blipFill>
            <a:blip r:embed="rId3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86486" b="-32326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545483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161514" y="2476500"/>
            <a:ext cx="7868972" cy="1905000"/>
          </a:xfr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2800" dirty="0"/>
            </a:lvl1pPr>
          </a:lstStyle>
          <a:p>
            <a:pPr lvl="0"/>
            <a:r>
              <a:rPr lang="en-US"/>
              <a:t>Section Header</a:t>
            </a:r>
          </a:p>
        </p:txBody>
      </p:sp>
    </p:spTree>
    <p:extLst>
      <p:ext uri="{BB962C8B-B14F-4D97-AF65-F5344CB8AC3E}">
        <p14:creationId xmlns:p14="http://schemas.microsoft.com/office/powerpoint/2010/main" val="2943596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161514" y="2476500"/>
            <a:ext cx="7868972" cy="1905000"/>
          </a:xfr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2800" dirty="0"/>
            </a:lvl1pPr>
          </a:lstStyle>
          <a:p>
            <a:pPr lvl="0"/>
            <a:r>
              <a:rPr lang="en-US"/>
              <a:t>Section Header</a:t>
            </a:r>
          </a:p>
        </p:txBody>
      </p:sp>
    </p:spTree>
    <p:extLst>
      <p:ext uri="{BB962C8B-B14F-4D97-AF65-F5344CB8AC3E}">
        <p14:creationId xmlns:p14="http://schemas.microsoft.com/office/powerpoint/2010/main" val="29743663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01CED7D0-671B-7F63-5130-E35828ABE8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0" y="1340668"/>
            <a:ext cx="6932507" cy="1135838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22A82A9B-9EBD-0A77-F607-E839D43652B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1999" y="2743200"/>
            <a:ext cx="6932508" cy="3419856"/>
          </a:xfrm>
          <a:noFill/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1800">
                <a:solidFill>
                  <a:schemeClr val="tx1"/>
                </a:solidFill>
              </a:defRPr>
            </a:lvl1pPr>
            <a:lvl2pPr marL="571500" indent="-342900">
              <a:buFont typeface="+mj-lt"/>
              <a:buAutoNum type="arabicPeriod"/>
              <a:defRPr sz="160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sz="1400">
                <a:solidFill>
                  <a:schemeClr val="tx1"/>
                </a:solidFill>
              </a:defRPr>
            </a:lvl3pPr>
            <a:lvl4pPr marL="1028700" indent="-342900">
              <a:buFont typeface="+mj-lt"/>
              <a:buAutoNum type="arabicPeriod"/>
              <a:defRPr sz="120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582C81-1CE9-A2E1-1417-0667434DFD2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EFFC3A-D237-7CAA-92EF-DF9B810EB27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E7B383-8CF2-6BB2-8F46-605FE9710B2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832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1999" y="687492"/>
            <a:ext cx="5662508" cy="2017614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D26684C-23E4-F6A1-5A03-70AE7BEA72C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87493" y="687492"/>
            <a:ext cx="4516298" cy="5483016"/>
          </a:xfrm>
          <a:custGeom>
            <a:avLst/>
            <a:gdLst>
              <a:gd name="connsiteX0" fmla="*/ 0 w 4565591"/>
              <a:gd name="connsiteY0" fmla="*/ 0 h 6858000"/>
              <a:gd name="connsiteX1" fmla="*/ 4565591 w 4565591"/>
              <a:gd name="connsiteY1" fmla="*/ 0 h 6858000"/>
              <a:gd name="connsiteX2" fmla="*/ 4565591 w 4565591"/>
              <a:gd name="connsiteY2" fmla="*/ 6858000 h 6858000"/>
              <a:gd name="connsiteX3" fmla="*/ 0 w 456559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5591" h="6858000">
                <a:moveTo>
                  <a:pt x="0" y="0"/>
                </a:moveTo>
                <a:lnTo>
                  <a:pt x="4565591" y="0"/>
                </a:lnTo>
                <a:lnTo>
                  <a:pt x="4565591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57969" r="-57969"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41999" y="2997200"/>
            <a:ext cx="5662508" cy="3165856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1800"/>
            </a:lvl1pPr>
            <a:lvl2pPr marL="571500" indent="-342900">
              <a:buFont typeface="+mj-lt"/>
              <a:buAutoNum type="arabicPeriod"/>
              <a:defRPr sz="1600"/>
            </a:lvl2pPr>
            <a:lvl3pPr marL="800100" indent="-342900">
              <a:buFont typeface="+mj-lt"/>
              <a:buAutoNum type="arabicPeriod"/>
              <a:defRPr sz="1400"/>
            </a:lvl3pPr>
            <a:lvl4pPr marL="1028700" indent="-342900">
              <a:buFont typeface="+mj-lt"/>
              <a:buAutoNum type="arabicPeriod"/>
              <a:defRPr sz="1200"/>
            </a:lvl4pPr>
            <a:lvl5pPr>
              <a:buFont typeface="+mj-lt"/>
              <a:buAutoNum type="arabicPeriod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7B878F-3C07-D360-EC90-8FEFB87A77C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18733C-68A4-04E1-A968-B5C15E3F7EE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8E9E97-1DED-CCA3-AF67-F1BAD79A819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535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62EDB1F-A73E-55BD-6BDA-F64978102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08024" y="855636"/>
            <a:ext cx="5796484" cy="10707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A4047690-7015-54CB-752C-C1C7BE42D7C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708024" y="2057400"/>
            <a:ext cx="5798176" cy="182880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071DA00E-F240-EC85-5E2B-4DE591F610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8871" y="6343955"/>
            <a:ext cx="273918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sz="900"/>
          </a:p>
        </p:txBody>
      </p:sp>
      <p:sp>
        <p:nvSpPr>
          <p:cNvPr id="5" name="Date Placeholder 8">
            <a:extLst>
              <a:ext uri="{FF2B5EF4-FFF2-40B4-BE49-F238E27FC236}">
                <a16:creationId xmlns:a16="http://schemas.microsoft.com/office/drawing/2014/main" id="{EED5FCE3-5050-A9AE-69B1-6AAB64B63174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505380" y="6346745"/>
            <a:ext cx="176235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BE15DD76-F653-F74F-4DCD-674241F38B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350612" y="6343955"/>
            <a:ext cx="3574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25501419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385287"/>
            <a:ext cx="4973865" cy="1470228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24600" y="1385287"/>
            <a:ext cx="5181600" cy="3491513"/>
          </a:xfrm>
        </p:spPr>
        <p:txBody>
          <a:bodyPr/>
          <a:lstStyle>
            <a:lvl1pPr indent="0">
              <a:buNone/>
              <a:defRPr/>
            </a:lvl1pPr>
            <a:lvl2pPr indent="0">
              <a:buNone/>
              <a:defRPr/>
            </a:lvl2pPr>
            <a:lvl3pPr indent="0">
              <a:buNone/>
              <a:defRPr/>
            </a:lvl3pPr>
            <a:lvl4pPr indent="0">
              <a:buNone/>
              <a:defRPr/>
            </a:lvl4pPr>
            <a:lvl5pPr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8DAA7E-55EA-19E9-ECC7-C74FE582C06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23C363-6C3B-E28D-06F5-AB2EC53D7B8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03258A-CFF4-775F-A29D-30D91D4A509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71218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720333"/>
            <a:ext cx="7208520" cy="575068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04084" y="1600200"/>
            <a:ext cx="5735507" cy="2590800"/>
          </a:xfrm>
        </p:spPr>
        <p:txBody>
          <a:bodyPr/>
          <a:lstStyle>
            <a:lvl1pPr indent="0">
              <a:buNone/>
              <a:defRPr/>
            </a:lvl1pPr>
            <a:lvl2pPr indent="0">
              <a:buNone/>
              <a:defRPr/>
            </a:lvl2pPr>
            <a:lvl3pPr indent="0">
              <a:buNone/>
              <a:defRPr/>
            </a:lvl3pPr>
            <a:lvl4pPr indent="0">
              <a:buNone/>
              <a:defRPr/>
            </a:lvl4pPr>
            <a:lvl5pPr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391C811-7699-F021-4CCB-539ACAD0BB2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78871" y="6343955"/>
            <a:ext cx="2739181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C8D4E6C4-6819-0DF7-D9C4-34177C161B9C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785216" y="6343954"/>
            <a:ext cx="2202644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958998F3-C99E-11E5-BC33-937A455B2F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082179" y="6343955"/>
            <a:ext cx="3574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17143937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2" y="1388700"/>
            <a:ext cx="3859262" cy="408358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56010" y="1389134"/>
            <a:ext cx="6357117" cy="40835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E56440-14E3-7B9A-D161-08AB10B8DCA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E8A7CF-81AE-0AC6-B47B-E2C1EA9D9AC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A578E8-BCF2-BF9D-84B5-AA93D14D0DF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53199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1050111"/>
            <a:ext cx="3425026" cy="3977107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00600" y="1050111"/>
            <a:ext cx="6705601" cy="49406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9C54C37D-3064-C3C9-078B-4FC8A705FC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181252" y="6343955"/>
            <a:ext cx="220264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pPr algn="ctr"/>
            <a:endParaRPr lang="en-US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C277C0F5-D964-B2D1-0F39-EC17AB0741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7097" y="6343955"/>
            <a:ext cx="3574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151467721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8" y="685799"/>
            <a:ext cx="3276601" cy="5477257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48201" y="685800"/>
            <a:ext cx="6858000" cy="5477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E77C0F-A50D-ABB1-D91B-F877E2E8297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E0A937-543E-BBB8-39DD-1E9A45291F2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8C33EC-C7FC-72B4-C208-8BA6FD4B585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6977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88060" y="687494"/>
            <a:ext cx="2618139" cy="2017614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7171" y="687492"/>
            <a:ext cx="7500648" cy="5483013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15011" r="-15011"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89055" y="2983064"/>
            <a:ext cx="2625774" cy="3187441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4A72B8-D6F1-AF2B-DF03-17FD2A737E2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CDF5D5-DF03-873F-A2DA-E5C0EF793F8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10C7DB-FD9D-21A6-66CB-087260FBAF7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94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2" y="5012268"/>
            <a:ext cx="3953296" cy="1127275"/>
          </a:xfrm>
        </p:spPr>
        <p:txBody>
          <a:bodyPr anchor="t">
            <a:no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685800"/>
            <a:ext cx="10827330" cy="3940196"/>
          </a:xfr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44691" b="-9803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56009" y="5012267"/>
            <a:ext cx="6350191" cy="115079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DB2910-904E-268B-43B3-CAE9F2E4A0F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3FEBCC-AB7F-E034-5C1D-1AFF70FC7809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1EE381-D50D-08D2-2D1B-9E61241A22B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436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2" y="685800"/>
            <a:ext cx="3953296" cy="1127275"/>
          </a:xfrm>
        </p:spPr>
        <p:txBody>
          <a:bodyPr anchor="t">
            <a:no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56009" y="685800"/>
            <a:ext cx="6350191" cy="115079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2212152"/>
            <a:ext cx="10827330" cy="3940196"/>
          </a:xfr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46364" b="-8130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151189-9025-E7C1-B611-A7A2BD03B49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DEA616-DF83-AFFF-BC05-5AF6783B3589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CBF149-C859-79EF-0D12-15B124182A2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86447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1999" y="687492"/>
            <a:ext cx="5662508" cy="2017614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D26684C-23E4-F6A1-5A03-70AE7BEA72C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87494" y="687492"/>
            <a:ext cx="4516298" cy="5483016"/>
          </a:xfrm>
          <a:custGeom>
            <a:avLst/>
            <a:gdLst>
              <a:gd name="connsiteX0" fmla="*/ 0 w 4565591"/>
              <a:gd name="connsiteY0" fmla="*/ 0 h 6858000"/>
              <a:gd name="connsiteX1" fmla="*/ 4565591 w 4565591"/>
              <a:gd name="connsiteY1" fmla="*/ 0 h 6858000"/>
              <a:gd name="connsiteX2" fmla="*/ 4565591 w 4565591"/>
              <a:gd name="connsiteY2" fmla="*/ 6858000 h 6858000"/>
              <a:gd name="connsiteX3" fmla="*/ 0 w 456559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5591" h="6858000">
                <a:moveTo>
                  <a:pt x="0" y="0"/>
                </a:moveTo>
                <a:lnTo>
                  <a:pt x="4565591" y="0"/>
                </a:lnTo>
                <a:lnTo>
                  <a:pt x="4565591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57969" r="-57969"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41999" y="2997200"/>
            <a:ext cx="5662508" cy="3165856"/>
          </a:xfrm>
        </p:spPr>
        <p:txBody>
          <a:bodyPr>
            <a:normAutofit/>
          </a:bodyPr>
          <a:lstStyle>
            <a:lvl1pPr marL="457200" indent="-457200">
              <a:buFont typeface="+mj-lt"/>
              <a:buNone/>
              <a:defRPr sz="1400"/>
            </a:lvl1pPr>
            <a:lvl2pPr marL="571500" indent="-342900">
              <a:buFont typeface="+mj-lt"/>
              <a:buNone/>
              <a:defRPr sz="1200"/>
            </a:lvl2pPr>
            <a:lvl3pPr marL="800100" indent="-342900">
              <a:buFont typeface="+mj-lt"/>
              <a:buNone/>
              <a:defRPr sz="1100"/>
            </a:lvl3pPr>
            <a:lvl4pPr marL="1028700" indent="-342900">
              <a:buFont typeface="+mj-lt"/>
              <a:buNone/>
              <a:defRPr sz="1050"/>
            </a:lvl4pPr>
            <a:lvl5pPr>
              <a:buFont typeface="+mj-lt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CB16A7-2B91-9487-82EB-D7D51219847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D7B84B-FBFC-D589-881E-D4EA9886A3F0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F3CF0F-496C-B902-B8FD-2D816F5CB7A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6314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494" y="687492"/>
            <a:ext cx="6308414" cy="2017614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7494" y="2997200"/>
            <a:ext cx="6308414" cy="3165856"/>
          </a:xfrm>
        </p:spPr>
        <p:txBody>
          <a:bodyPr>
            <a:normAutofit/>
          </a:bodyPr>
          <a:lstStyle>
            <a:lvl1pPr marL="457200" indent="-457200">
              <a:buFont typeface="+mj-lt"/>
              <a:buNone/>
              <a:defRPr sz="1400"/>
            </a:lvl1pPr>
            <a:lvl2pPr marL="571500" indent="-342900">
              <a:buFont typeface="+mj-lt"/>
              <a:buNone/>
              <a:defRPr sz="1200"/>
            </a:lvl2pPr>
            <a:lvl3pPr marL="800100" indent="-342900">
              <a:buFont typeface="+mj-lt"/>
              <a:buNone/>
              <a:defRPr sz="1100"/>
            </a:lvl3pPr>
            <a:lvl4pPr marL="1028700" indent="-342900">
              <a:buFont typeface="+mj-lt"/>
              <a:buNone/>
              <a:defRPr sz="1050"/>
            </a:lvl4pPr>
            <a:lvl5pPr>
              <a:buFont typeface="+mj-lt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D26684C-23E4-F6A1-5A03-70AE7BEA72C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626407" y="687492"/>
            <a:ext cx="3878100" cy="5483016"/>
          </a:xfrm>
          <a:custGeom>
            <a:avLst/>
            <a:gdLst>
              <a:gd name="connsiteX0" fmla="*/ 0 w 4565591"/>
              <a:gd name="connsiteY0" fmla="*/ 0 h 6858000"/>
              <a:gd name="connsiteX1" fmla="*/ 4565591 w 4565591"/>
              <a:gd name="connsiteY1" fmla="*/ 0 h 6858000"/>
              <a:gd name="connsiteX2" fmla="*/ 4565591 w 4565591"/>
              <a:gd name="connsiteY2" fmla="*/ 6858000 h 6858000"/>
              <a:gd name="connsiteX3" fmla="*/ 0 w 456559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5591" h="6858000">
                <a:moveTo>
                  <a:pt x="0" y="0"/>
                </a:moveTo>
                <a:lnTo>
                  <a:pt x="4565591" y="0"/>
                </a:lnTo>
                <a:lnTo>
                  <a:pt x="4565591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75737" r="-75737"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FD054A-88D2-8AC5-BB55-C59F527695C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85A21E-8763-2E88-7470-09E43DCB7750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399C91-F0A3-3A11-A3D6-7F34DD79D69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328638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A97EDD7B-DE6D-17E5-4381-530004EB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1522" y="687494"/>
            <a:ext cx="5662983" cy="1049291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4EF6A8B1-A24E-F193-B77A-9876D6702F2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78871" y="687492"/>
            <a:ext cx="4452410" cy="5483013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59518" r="-59518"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8676FB4F-B64E-DCC7-1309-42D58F28DBF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841522" y="2053560"/>
            <a:ext cx="5671607" cy="411694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DF20DA-AED3-283F-9A9E-1F1BCED1D04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6F5FD8-373C-BC99-B74A-71C2F138E475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DC579E-F3C4-55B0-6D77-9FEBF71C56B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31629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A97EDD7B-DE6D-17E5-4381-530004EB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9869" y="687494"/>
            <a:ext cx="6318225" cy="1049291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8676FB4F-B64E-DCC7-1309-42D58F28DBF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78871" y="2053560"/>
            <a:ext cx="6327847" cy="411694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4EF6A8B1-A24E-F193-B77A-9876D6702F2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707542" y="687492"/>
            <a:ext cx="3805587" cy="5483013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67197" r="-67197"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8FC07B-DBB3-6713-7446-1CB062A1752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5CE356-8F45-9528-A1A3-57FFB6F123C7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9DD9CF-D579-D07B-C24D-5A89B1A420D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69955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3880757"/>
            <a:ext cx="2978729" cy="2282300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732115"/>
            <a:ext cx="10827329" cy="2711216"/>
          </a:xfr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84535" b="-3999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22370" y="3880758"/>
            <a:ext cx="7404607" cy="228230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E808D1-FDEB-C4DA-A78C-86E9E878FFA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DC3112-C844-AF9C-BD29-9F54BFB4BEA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53455F-03AC-59D9-5F32-49E6590DEC4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2720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2" y="685800"/>
            <a:ext cx="3443498" cy="2330454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13267" y="685800"/>
            <a:ext cx="6892933" cy="233045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DB92F6E-55FC-C88B-734D-26D3B9923E6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3636524"/>
            <a:ext cx="10827329" cy="2513999"/>
          </a:xfrm>
          <a:custGeom>
            <a:avLst/>
            <a:gdLst>
              <a:gd name="connsiteX0" fmla="*/ 0 w 12192000"/>
              <a:gd name="connsiteY0" fmla="*/ 0 h 3221477"/>
              <a:gd name="connsiteX1" fmla="*/ 12192000 w 12192000"/>
              <a:gd name="connsiteY1" fmla="*/ 0 h 3221477"/>
              <a:gd name="connsiteX2" fmla="*/ 12192000 w 12192000"/>
              <a:gd name="connsiteY2" fmla="*/ 3221477 h 3221477"/>
              <a:gd name="connsiteX3" fmla="*/ 0 w 12192000"/>
              <a:gd name="connsiteY3" fmla="*/ 3221477 h 3221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221477">
                <a:moveTo>
                  <a:pt x="0" y="0"/>
                </a:moveTo>
                <a:lnTo>
                  <a:pt x="12192000" y="0"/>
                </a:lnTo>
                <a:lnTo>
                  <a:pt x="12192000" y="3221477"/>
                </a:lnTo>
                <a:lnTo>
                  <a:pt x="0" y="3221477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94491" b="-49353"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71176D-6F59-6E6F-1B64-88FAB9F6DCC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D15A84-35DF-61C1-E0CD-9C9F5E85A15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0D8B36-4FE1-E52B-160B-145190055FA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7738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6B949F66-F66B-FD13-D580-BAAF491A9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685800"/>
            <a:ext cx="10827330" cy="985966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6F64025-FA05-CC42-8294-F944BC95DD0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1830774"/>
            <a:ext cx="6560129" cy="4332284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8731" r="-8731"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48599" y="1830773"/>
            <a:ext cx="3657601" cy="43322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9C74D3-4953-87AB-DEFD-DAE552B32F2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B4D3FF-FC3B-DF81-D68A-C24A7A51E7F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B1B140-6B27-A9E5-686F-E0A1260B131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47889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6B949F66-F66B-FD13-D580-BAAF491A9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685800"/>
            <a:ext cx="10827330" cy="985966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6F64025-FA05-CC42-8294-F944BC95DD0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1830774"/>
            <a:ext cx="5112329" cy="4332284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25363" r="-25363"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62821" y="1830773"/>
            <a:ext cx="5143379" cy="43322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4CDA6C-1820-A056-2B4A-240B4D831E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93D0EB-A6DA-C46E-D18F-B61C44EF042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BB683A-634D-19CA-3758-07887799DC4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6276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685800"/>
            <a:ext cx="4274130" cy="1269482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2173850"/>
            <a:ext cx="4274130" cy="3963682"/>
          </a:xfr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32473" r="-32473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73333" y="685800"/>
            <a:ext cx="5932867" cy="54772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D79C85-F436-B8CC-25B1-1484A2E6D9E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0E5895-9C3C-E2ED-0696-017C51EB8F1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110E32-BBC0-38C8-4A92-51464FFB2E4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139813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1763" y="687493"/>
            <a:ext cx="6724438" cy="1446108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687492"/>
            <a:ext cx="3435929" cy="5483016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91918" r="-91918"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83374" y="2419354"/>
            <a:ext cx="6714213" cy="374370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434C21-9AE9-F631-7C47-0FF6C594276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D4C698-492C-2FAD-95DB-969CC69A600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539C1F-4C6E-483B-915F-317EFA8BE9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04349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275" y="687493"/>
            <a:ext cx="7379174" cy="1446108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8871" y="2419354"/>
            <a:ext cx="7367953" cy="374370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724022" y="687492"/>
            <a:ext cx="2789107" cy="5483016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124830" r="-124830"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01B279-14F8-811B-68AF-FDEBF89CFB1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087AEB-2562-14F9-A50E-AD7A31F76ADF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BBF552-6277-D4E7-9B98-D4080873F74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89035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5B3EC321-CEEB-C816-CF10-03F0A527D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4218" y="687493"/>
            <a:ext cx="7758911" cy="988908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87494" y="687492"/>
            <a:ext cx="2360507" cy="5483016"/>
          </a:xfr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156574" r="-156574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0F80EB41-3C35-A1B2-916F-477D2FDBA78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754218" y="1953528"/>
            <a:ext cx="7750288" cy="4209527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734294-24E0-2032-5C49-55BAB969D42C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22AC9E-77BC-1AD2-8EB8-923CDF4BBE0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2A8A83-D457-8B0A-7A32-F95024D8D58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57886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5B3EC321-CEEB-C816-CF10-03F0A527D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131" y="687493"/>
            <a:ext cx="8424453" cy="988908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0F80EB41-3C35-A1B2-916F-477D2FDBA78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8871" y="1953528"/>
            <a:ext cx="8415090" cy="4209527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769355" y="687492"/>
            <a:ext cx="1722308" cy="5483016"/>
          </a:xfr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233120" r="-233120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63ABC3-6B6D-93A5-5D5C-31E2D53D3F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7FF304-5BE8-9322-A906-1705F80BA2A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E9EE94-4C42-847B-A24C-BB0C72B4D29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20761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2" y="685800"/>
            <a:ext cx="2855064" cy="2972670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0" y="3942324"/>
            <a:ext cx="2855065" cy="2206578"/>
          </a:xfr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18733" r="-18733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54267" y="687492"/>
            <a:ext cx="7348626" cy="54830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BD4A13-0539-3541-39AF-1B480EBA2F2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8ACC0E-954E-D09D-5796-336CDFE59B7E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B00B6B-DAF9-BF70-8202-C26BBB5E743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14567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426CE28-2F47-41A4-DF25-8AEC2F9F9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2" y="5027214"/>
            <a:ext cx="7620000" cy="1135842"/>
          </a:xfrm>
        </p:spPr>
        <p:txBody>
          <a:bodyPr anchor="t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57B16B5-93A5-3ACF-80AB-6B1967DD6DE4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78872" y="2743201"/>
            <a:ext cx="5638800" cy="2284013"/>
          </a:xfrm>
        </p:spPr>
        <p:txBody>
          <a:bodyPr anchor="b"/>
          <a:lstStyle>
            <a:lvl1pPr marL="0" indent="0">
              <a:buNone/>
              <a:defRPr sz="13800"/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2670114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2600" y="4800600"/>
            <a:ext cx="5943600" cy="1388534"/>
          </a:xfrm>
        </p:spPr>
        <p:txBody>
          <a:bodyPr vert="horz" lIns="91440" tIns="45720" rIns="91440" bIns="45720" rtlCol="0" anchor="t">
            <a:normAutofit/>
          </a:bodyPr>
          <a:lstStyle>
            <a:lvl1pPr algn="r">
              <a:lnSpc>
                <a:spcPct val="110000"/>
              </a:lnSpc>
              <a:defRPr lang="en-US" sz="2000" dirty="0">
                <a:latin typeface="+mn-lt"/>
              </a:defRPr>
            </a:lvl1pPr>
          </a:lstStyle>
          <a:p>
            <a:pPr lvl="0">
              <a:lnSpc>
                <a:spcPct val="11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562601" y="1676400"/>
            <a:ext cx="5943600" cy="312420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 algn="r">
              <a:lnSpc>
                <a:spcPct val="90000"/>
              </a:lnSpc>
              <a:buNone/>
              <a:defRPr lang="en-US" sz="13800" b="0" dirty="0">
                <a:latin typeface="+mj-lt"/>
              </a:defRPr>
            </a:lvl1pPr>
          </a:lstStyle>
          <a:p>
            <a:pPr marL="0" lvl="0" indent="0">
              <a:lnSpc>
                <a:spcPct val="90000"/>
              </a:lnSpc>
              <a:buNone/>
            </a:pPr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14291748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0804" y="4191001"/>
            <a:ext cx="8470392" cy="1762537"/>
          </a:xfrm>
        </p:spPr>
        <p:txBody>
          <a:bodyPr anchor="t">
            <a:normAutofit/>
          </a:bodyPr>
          <a:lstStyle>
            <a:lvl1pPr algn="ctr">
              <a:lnSpc>
                <a:spcPct val="110000"/>
              </a:lnSpc>
              <a:defRPr lang="en-US" sz="2000" b="0" kern="1200" cap="all" spc="600" baseline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0804" y="694935"/>
            <a:ext cx="8470392" cy="3496065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38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3003862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39147" y="1830774"/>
            <a:ext cx="9113707" cy="3196443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 algn="ctr">
              <a:lnSpc>
                <a:spcPct val="90000"/>
              </a:lnSpc>
              <a:buNone/>
              <a:defRPr lang="en-US" sz="4000" b="0" cap="all" spc="600" baseline="0" dirty="0">
                <a:ea typeface="+mj-ea"/>
                <a:cs typeface="+mj-cs"/>
              </a:defRPr>
            </a:lvl1pPr>
            <a:lvl2pPr marL="228600" indent="0" algn="ctr">
              <a:lnSpc>
                <a:spcPct val="90000"/>
              </a:lnSpc>
              <a:buNone/>
              <a:defRPr lang="en-US" sz="2000" dirty="0"/>
            </a:lvl2pPr>
            <a:lvl3pPr marL="457200" indent="0" algn="ctr">
              <a:lnSpc>
                <a:spcPct val="90000"/>
              </a:lnSpc>
              <a:buNone/>
              <a:defRPr lang="en-US" sz="2000" dirty="0"/>
            </a:lvl3pPr>
            <a:lvl4pPr marL="685800" indent="0" algn="ctr">
              <a:lnSpc>
                <a:spcPct val="90000"/>
              </a:lnSpc>
              <a:buNone/>
              <a:defRPr lang="en-US" sz="2000" dirty="0"/>
            </a:lvl4pPr>
            <a:lvl5pPr marL="914400" indent="0" algn="ctr">
              <a:lnSpc>
                <a:spcPct val="90000"/>
              </a:lnSpc>
              <a:buNone/>
              <a:defRPr lang="en-US" sz="2000" dirty="0"/>
            </a:lvl5pPr>
          </a:lstStyle>
          <a:p>
            <a:pPr lvl="0">
              <a:spcBef>
                <a:spcPct val="0"/>
              </a:spcBef>
              <a:buNone/>
            </a:pPr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3687360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78871" y="1325691"/>
            <a:ext cx="7169728" cy="483736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22860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45720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68580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91440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7901313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2A9D377F-07AE-65AF-821F-A5C0F12804B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78871" y="720332"/>
            <a:ext cx="6702552" cy="4306886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22860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45720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68580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91440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3416882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05400" y="5440680"/>
            <a:ext cx="6400800" cy="640080"/>
          </a:xfrm>
        </p:spPr>
        <p:txBody>
          <a:bodyPr anchor="ctr">
            <a:normAutofit/>
          </a:bodyPr>
          <a:lstStyle>
            <a:lvl1pPr algn="r">
              <a:lnSpc>
                <a:spcPct val="120000"/>
              </a:lnSpc>
              <a:defRPr sz="160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05400" y="1600200"/>
            <a:ext cx="6400800" cy="3332480"/>
          </a:xfrm>
        </p:spPr>
        <p:txBody>
          <a:bodyPr anchor="b">
            <a:normAutofit/>
          </a:bodyPr>
          <a:lstStyle>
            <a:lvl1pPr marL="164592" indent="-164592" algn="r">
              <a:lnSpc>
                <a:spcPct val="100000"/>
              </a:lnSpc>
              <a:spcBef>
                <a:spcPts val="0"/>
              </a:spcBef>
              <a:buNone/>
              <a:defRPr sz="48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2910486396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3A93739-F149-35A6-ADA9-A0193DD6D4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8872" y="5440354"/>
            <a:ext cx="5102352" cy="669472"/>
          </a:xfrm>
        </p:spPr>
        <p:txBody>
          <a:bodyPr anchor="ctr"/>
          <a:lstStyle>
            <a:lvl1pPr>
              <a:lnSpc>
                <a:spcPct val="120000"/>
              </a:lnSpc>
              <a:defRPr sz="1600" spc="0" baseline="0"/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78872" y="914400"/>
            <a:ext cx="5102352" cy="4206240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8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25482489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F943EF64-B72A-842D-443E-85E51FB9C0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5600" y="4602480"/>
            <a:ext cx="6400800" cy="640080"/>
          </a:xfrm>
        </p:spPr>
        <p:txBody>
          <a:bodyPr anchor="ctr">
            <a:normAutofit/>
          </a:bodyPr>
          <a:lstStyle>
            <a:lvl1pPr algn="ctr">
              <a:lnSpc>
                <a:spcPct val="120000"/>
              </a:lnSpc>
              <a:defRPr sz="160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Content Placeholder 6">
            <a:extLst>
              <a:ext uri="{FF2B5EF4-FFF2-40B4-BE49-F238E27FC236}">
                <a16:creationId xmlns:a16="http://schemas.microsoft.com/office/drawing/2014/main" id="{0648D1EC-4439-0A29-775B-BBF446B5FEC6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66850" y="1143000"/>
            <a:ext cx="9258300" cy="2951480"/>
          </a:xfrm>
        </p:spPr>
        <p:txBody>
          <a:bodyPr anchor="b">
            <a:normAutofit/>
          </a:bodyPr>
          <a:lstStyle>
            <a:lvl1pPr marL="164592" indent="-164592" algn="ctr">
              <a:lnSpc>
                <a:spcPct val="100000"/>
              </a:lnSpc>
              <a:spcBef>
                <a:spcPts val="0"/>
              </a:spcBef>
              <a:buNone/>
              <a:defRPr sz="48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97096009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C948E0A-DAAD-770F-21DF-99504CDB69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694932"/>
            <a:ext cx="10827330" cy="985966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86122" y="2057399"/>
            <a:ext cx="5140007" cy="41195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65872" y="2057399"/>
            <a:ext cx="5140328" cy="41195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EA833E-541C-85C6-BF1E-EC605C8F4B39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4C70C3-D6A0-EE88-649F-33534359824B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95649-E940-A4B1-5901-B56C3AF3CD3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24193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1B7E0276-8109-589D-7633-DD4218D7A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0" y="694932"/>
            <a:ext cx="10827329" cy="985966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8870" y="1954766"/>
            <a:ext cx="514741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5774" y="1954766"/>
            <a:ext cx="5141914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068456CB-E141-4FD9-87C3-ECEBF8A7D9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80459" y="2788468"/>
            <a:ext cx="5145670" cy="33884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48C7E4C7-BE12-E106-3871-9FD922E346B3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65871" y="2788468"/>
            <a:ext cx="5140177" cy="33884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60D6F2-E303-8711-DD86-38797649A73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3E9AFB-293B-FDFA-726C-92E53E70E9AF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5AF8AA-F8D4-60EA-F11A-6775234BA52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29656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5A025B8-8BA0-89AA-4360-51FBAF2B2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2" y="694932"/>
            <a:ext cx="10827328" cy="985966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AC59BD1-7576-196A-D571-FD57E7190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84E8B1-4F38-9B1B-6424-6BC2452D4D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04E196-21CE-CE9F-7563-03912CCB4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83924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5B9ECF3-58F8-D0BC-147E-E4CFB4923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939631-83CC-B848-B327-B33DAF5AF1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070C40-BA47-C8B9-46F3-E3616FAC2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78862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2" y="685800"/>
            <a:ext cx="3962398" cy="1616185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5801" y="2590800"/>
            <a:ext cx="3962399" cy="357225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685800"/>
            <a:ext cx="6371491" cy="546812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5620653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685800"/>
            <a:ext cx="4242643" cy="1624931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0679" y="2826137"/>
            <a:ext cx="4230787" cy="3336920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340483" y="698756"/>
            <a:ext cx="6165717" cy="5442639"/>
          </a:xfr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28837" r="-28837"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3277480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685800"/>
            <a:ext cx="5417129" cy="1819664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78871" y="3276599"/>
            <a:ext cx="10827329" cy="2886457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179F71-BB04-AC80-5A43-4718DF5050B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C1D9A8-162F-30DE-21D0-F531C2AC38B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903FBD-DD44-33D2-4C38-3C6BF9FB5E0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934599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706305"/>
            <a:ext cx="6370507" cy="1842020"/>
          </a:xfrm>
        </p:spPr>
        <p:txBody>
          <a:bodyPr anchor="b">
            <a:no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8871" y="2701660"/>
            <a:ext cx="6370507" cy="232555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228600" indent="0"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09DDBCCE-CCAB-448A-1E13-595ADE9E2A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181252" y="6343955"/>
            <a:ext cx="220264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pPr algn="ctr"/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02C093BF-07F3-517D-599F-4A80C3D441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7097" y="6343955"/>
            <a:ext cx="3574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2959206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694938"/>
            <a:ext cx="10825637" cy="79208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8872" y="1676400"/>
            <a:ext cx="10825636" cy="44866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Rectangle 10" hidden="1">
            <a:extLst>
              <a:ext uri="{FF2B5EF4-FFF2-40B4-BE49-F238E27FC236}">
                <a16:creationId xmlns:a16="http://schemas.microsoft.com/office/drawing/2014/main" id="{D7982C74-1A7B-1EF6-C767-EC1102B8BC05}"/>
              </a:ext>
            </a:extLst>
          </p:cNvPr>
          <p:cNvSpPr/>
          <p:nvPr/>
        </p:nvSpPr>
        <p:spPr>
          <a:xfrm>
            <a:off x="11504507" y="0"/>
            <a:ext cx="687493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 hidden="1">
            <a:extLst>
              <a:ext uri="{FF2B5EF4-FFF2-40B4-BE49-F238E27FC236}">
                <a16:creationId xmlns:a16="http://schemas.microsoft.com/office/drawing/2014/main" id="{1C58F15E-3B29-FA0D-33D1-930904DB63AC}"/>
              </a:ext>
            </a:extLst>
          </p:cNvPr>
          <p:cNvSpPr/>
          <p:nvPr userDrawn="1"/>
        </p:nvSpPr>
        <p:spPr>
          <a:xfrm>
            <a:off x="11504507" y="0"/>
            <a:ext cx="687493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CACE51C6-D285-36B9-E05D-34304BF866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93929" y="6343955"/>
            <a:ext cx="220264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53C65791-CE33-6F98-64A9-9C6803567D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8871" y="6343955"/>
            <a:ext cx="273918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9C4E2BDE-BF41-53AE-AAF9-E1E0BE6AB8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7097" y="6343955"/>
            <a:ext cx="3574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900"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949144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12" r:id="rId1"/>
    <p:sldLayoutId id="2147484013" r:id="rId2"/>
    <p:sldLayoutId id="2147484014" r:id="rId3"/>
    <p:sldLayoutId id="2147484015" r:id="rId4"/>
    <p:sldLayoutId id="2147484016" r:id="rId5"/>
    <p:sldLayoutId id="2147484017" r:id="rId6"/>
    <p:sldLayoutId id="2147484018" r:id="rId7"/>
    <p:sldLayoutId id="2147484019" r:id="rId8"/>
    <p:sldLayoutId id="2147484020" r:id="rId9"/>
    <p:sldLayoutId id="2147484021" r:id="rId10"/>
    <p:sldLayoutId id="2147484022" r:id="rId11"/>
    <p:sldLayoutId id="2147484023" r:id="rId12"/>
    <p:sldLayoutId id="2147484024" r:id="rId13"/>
    <p:sldLayoutId id="2147484025" r:id="rId14"/>
    <p:sldLayoutId id="2147484026" r:id="rId15"/>
    <p:sldLayoutId id="2147484027" r:id="rId16"/>
    <p:sldLayoutId id="2147484028" r:id="rId17"/>
    <p:sldLayoutId id="2147484029" r:id="rId18"/>
    <p:sldLayoutId id="2147484030" r:id="rId19"/>
    <p:sldLayoutId id="2147484031" r:id="rId20"/>
    <p:sldLayoutId id="2147484032" r:id="rId21"/>
    <p:sldLayoutId id="2147484033" r:id="rId22"/>
    <p:sldLayoutId id="2147484034" r:id="rId23"/>
    <p:sldLayoutId id="2147484035" r:id="rId24"/>
    <p:sldLayoutId id="2147484036" r:id="rId25"/>
    <p:sldLayoutId id="2147484037" r:id="rId26"/>
    <p:sldLayoutId id="2147484038" r:id="rId27"/>
    <p:sldLayoutId id="2147484039" r:id="rId28"/>
    <p:sldLayoutId id="2147484040" r:id="rId29"/>
    <p:sldLayoutId id="2147484041" r:id="rId30"/>
    <p:sldLayoutId id="2147484042" r:id="rId31"/>
    <p:sldLayoutId id="2147484043" r:id="rId32"/>
    <p:sldLayoutId id="2147484044" r:id="rId33"/>
    <p:sldLayoutId id="2147484045" r:id="rId34"/>
    <p:sldLayoutId id="2147484046" r:id="rId35"/>
    <p:sldLayoutId id="2147484047" r:id="rId36"/>
    <p:sldLayoutId id="2147484048" r:id="rId37"/>
    <p:sldLayoutId id="2147484049" r:id="rId38"/>
    <p:sldLayoutId id="2147484050" r:id="rId39"/>
    <p:sldLayoutId id="2147484051" r:id="rId40"/>
    <p:sldLayoutId id="2147484052" r:id="rId41"/>
    <p:sldLayoutId id="2147484053" r:id="rId42"/>
    <p:sldLayoutId id="2147484054" r:id="rId43"/>
    <p:sldLayoutId id="2147484055" r:id="rId44"/>
    <p:sldLayoutId id="2147484056" r:id="rId45"/>
    <p:sldLayoutId id="2147484057" r:id="rId46"/>
    <p:sldLayoutId id="2147484058" r:id="rId47"/>
    <p:sldLayoutId id="2147484059" r:id="rId48"/>
    <p:sldLayoutId id="2147484060" r:id="rId49"/>
    <p:sldLayoutId id="2147484061" r:id="rId50"/>
    <p:sldLayoutId id="2147484062" r:id="rId51"/>
    <p:sldLayoutId id="2147484063" r:id="rId52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0" kern="1200" cap="all" spc="6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7" orient="horz" pos="2160" userDrawn="1">
          <p15:clr>
            <a:srgbClr val="F26B43"/>
          </p15:clr>
        </p15:guide>
        <p15:guide id="28" pos="3840" userDrawn="1">
          <p15:clr>
            <a:srgbClr val="F26B43"/>
          </p15:clr>
        </p15:guide>
        <p15:guide id="29" pos="7296" userDrawn="1">
          <p15:clr>
            <a:srgbClr val="F26B43"/>
          </p15:clr>
        </p15:guide>
        <p15:guide id="30" pos="38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872FD-7E92-C3C8-5956-A6C415482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01FB9CD-CBF7-C634-8B2F-5E2490FDF9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48400" y="2819400"/>
            <a:ext cx="5029200" cy="1295400"/>
          </a:xfrm>
        </p:spPr>
        <p:txBody>
          <a:bodyPr>
            <a:normAutofit/>
          </a:bodyPr>
          <a:lstStyle/>
          <a:p>
            <a:r>
              <a:rPr lang="en-US" dirty="0"/>
              <a:t>Setting up proxy server on </a:t>
            </a:r>
            <a:r>
              <a:rPr lang="en-US" dirty="0" err="1"/>
              <a:t>aws</a:t>
            </a:r>
            <a:endParaRPr lang="en-US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D8319D33-1EDC-2FD6-1393-613ECEB012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8400" y="4270248"/>
            <a:ext cx="5029200" cy="685800"/>
          </a:xfrm>
        </p:spPr>
        <p:txBody>
          <a:bodyPr>
            <a:normAutofit/>
          </a:bodyPr>
          <a:lstStyle/>
          <a:p>
            <a:r>
              <a:rPr lang="en-US" dirty="0"/>
              <a:t>Olalekan Omotayo(</a:t>
            </a:r>
            <a:r>
              <a:rPr lang="en-US" dirty="0" err="1"/>
              <a:t>Yahwehboy</a:t>
            </a:r>
            <a:r>
              <a:rPr lang="en-US" dirty="0"/>
              <a:t>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EB6FD5-B83C-04F2-ED71-287AA9383D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39" t="2343" r="22632" b="3380"/>
          <a:stretch>
            <a:fillRect/>
          </a:stretch>
        </p:blipFill>
        <p:spPr>
          <a:xfrm>
            <a:off x="1429788" y="1113906"/>
            <a:ext cx="4818611" cy="4655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9614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D3EE67-97BC-0F81-B246-5DD19885C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685800"/>
            <a:ext cx="4274130" cy="1269482"/>
          </a:xfrm>
        </p:spPr>
        <p:txBody>
          <a:bodyPr anchor="t">
            <a:normAutofit/>
          </a:bodyPr>
          <a:lstStyle/>
          <a:p>
            <a:r>
              <a:rPr lang="en-US"/>
              <a:t>INSTALL CHOCOLATEY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D38298E-6451-4C35-7A6A-BE55469FF4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690" t="10064" r="15804" b="10649"/>
          <a:stretch>
            <a:fillRect/>
          </a:stretch>
        </p:blipFill>
        <p:spPr>
          <a:xfrm>
            <a:off x="678871" y="2677927"/>
            <a:ext cx="3908119" cy="2702433"/>
          </a:xfrm>
          <a:prstGeom prst="rect">
            <a:avLst/>
          </a:prstGeom>
          <a:noFill/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3B90F8-8358-0C9D-5B1C-32F755A59EC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74547" y="685800"/>
            <a:ext cx="6618667" cy="5774961"/>
          </a:xfrm>
        </p:spPr>
        <p:txBody>
          <a:bodyPr>
            <a:noAutofit/>
          </a:bodyPr>
          <a:lstStyle/>
          <a:p>
            <a:r>
              <a:rPr lang="en-GB" sz="2000" dirty="0"/>
              <a:t>Installing </a:t>
            </a:r>
            <a:r>
              <a:rPr lang="en-GB" sz="2000" b="1" dirty="0"/>
              <a:t>3proxy</a:t>
            </a:r>
            <a:r>
              <a:rPr lang="en-GB" sz="2000" dirty="0"/>
              <a:t> using Chocolatey is a straightforward process since 3proxy is a community-supported package</a:t>
            </a:r>
          </a:p>
          <a:p>
            <a:r>
              <a:rPr lang="en-GB" sz="2000" dirty="0"/>
              <a:t>You need to run your terminal (Command Prompt or PowerShell) as an </a:t>
            </a:r>
            <a:r>
              <a:rPr lang="en-GB" sz="2000" b="1" dirty="0"/>
              <a:t>Administrator</a:t>
            </a:r>
          </a:p>
          <a:p>
            <a:r>
              <a:rPr lang="en-GB" sz="2000" dirty="0"/>
              <a:t>Copy and paste the below command in PowerShell to install </a:t>
            </a:r>
            <a:r>
              <a:rPr lang="en-GB" sz="2000" b="1" dirty="0"/>
              <a:t>Chocolatey</a:t>
            </a:r>
          </a:p>
          <a:p>
            <a:r>
              <a:rPr lang="en-GB" sz="2000" dirty="0"/>
              <a:t>If you don't see any errors, you are ready to use Chocolatey! Type </a:t>
            </a:r>
            <a:r>
              <a:rPr lang="en-GB" sz="2000" dirty="0" err="1"/>
              <a:t>choco</a:t>
            </a:r>
            <a:r>
              <a:rPr lang="en-GB" sz="2000" dirty="0"/>
              <a:t> or </a:t>
            </a:r>
            <a:r>
              <a:rPr lang="en-GB" sz="2000" dirty="0" err="1"/>
              <a:t>choco</a:t>
            </a:r>
            <a:r>
              <a:rPr lang="en-GB" sz="2000" dirty="0"/>
              <a:t> -? now, to use chocolatey in your terminal</a:t>
            </a:r>
          </a:p>
          <a:p>
            <a:pPr marL="0" indent="0">
              <a:buNone/>
            </a:pPr>
            <a:r>
              <a:rPr lang="en-GB" sz="2000" dirty="0"/>
              <a:t>Set-</a:t>
            </a:r>
            <a:r>
              <a:rPr lang="en-GB" sz="2000" dirty="0" err="1"/>
              <a:t>ExecutionPolicy</a:t>
            </a:r>
            <a:r>
              <a:rPr lang="en-GB" sz="2000" dirty="0"/>
              <a:t> Bypass -Scope Process -Force; [</a:t>
            </a:r>
            <a:r>
              <a:rPr lang="en-GB" sz="2000" dirty="0" err="1"/>
              <a:t>System.Net.ServicePointManager</a:t>
            </a:r>
            <a:r>
              <a:rPr lang="en-GB" sz="2000" dirty="0"/>
              <a:t>]::</a:t>
            </a:r>
            <a:r>
              <a:rPr lang="en-GB" sz="2000" dirty="0" err="1"/>
              <a:t>SecurityProtocol</a:t>
            </a:r>
            <a:r>
              <a:rPr lang="en-GB" sz="2000" dirty="0"/>
              <a:t> = [</a:t>
            </a:r>
            <a:r>
              <a:rPr lang="en-GB" sz="2000" dirty="0" err="1"/>
              <a:t>System.Net.ServicePointManager</a:t>
            </a:r>
            <a:r>
              <a:rPr lang="en-GB" sz="2000" dirty="0"/>
              <a:t>]::</a:t>
            </a:r>
            <a:r>
              <a:rPr lang="en-GB" sz="2000" dirty="0" err="1"/>
              <a:t>SecurityProtocol</a:t>
            </a:r>
            <a:r>
              <a:rPr lang="en-GB" sz="2000" dirty="0"/>
              <a:t> -</a:t>
            </a:r>
            <a:r>
              <a:rPr lang="en-GB" sz="2000" dirty="0" err="1"/>
              <a:t>bor</a:t>
            </a:r>
            <a:r>
              <a:rPr lang="en-GB" sz="2000" dirty="0"/>
              <a:t> 3072; </a:t>
            </a:r>
            <a:r>
              <a:rPr lang="en-GB" sz="2000" dirty="0" err="1"/>
              <a:t>iex</a:t>
            </a:r>
            <a:r>
              <a:rPr lang="en-GB" sz="2000" dirty="0"/>
              <a:t> ((New-Object </a:t>
            </a:r>
            <a:r>
              <a:rPr lang="en-GB" sz="2000" dirty="0" err="1"/>
              <a:t>System.Net.WebClient</a:t>
            </a:r>
            <a:r>
              <a:rPr lang="en-GB" sz="2000" dirty="0"/>
              <a:t>).</a:t>
            </a:r>
            <a:r>
              <a:rPr lang="en-GB" sz="2000" dirty="0" err="1"/>
              <a:t>DownloadString</a:t>
            </a:r>
            <a:r>
              <a:rPr lang="en-GB" sz="2000" dirty="0"/>
              <a:t>('https://community.chocolatey.org/install.ps1'))</a:t>
            </a:r>
          </a:p>
        </p:txBody>
      </p:sp>
    </p:spTree>
    <p:extLst>
      <p:ext uri="{BB962C8B-B14F-4D97-AF65-F5344CB8AC3E}">
        <p14:creationId xmlns:p14="http://schemas.microsoft.com/office/powerpoint/2010/main" val="5854638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37CCD-3D28-1BDD-620B-9853B5C9C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2" y="694932"/>
            <a:ext cx="10827328" cy="985966"/>
          </a:xfrm>
        </p:spPr>
        <p:txBody>
          <a:bodyPr anchor="t">
            <a:normAutofit/>
          </a:bodyPr>
          <a:lstStyle/>
          <a:p>
            <a:r>
              <a:rPr lang="en-US" dirty="0"/>
              <a:t>INSTALL 3PROXY</a:t>
            </a:r>
            <a:endParaRPr lang="en-GB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5A20BE8-EB48-202B-E08E-AB7BB11A288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24210963"/>
              </p:ext>
            </p:extLst>
          </p:nvPr>
        </p:nvGraphicFramePr>
        <p:xfrm>
          <a:off x="678872" y="1830774"/>
          <a:ext cx="10827328" cy="43322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744005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67168-304F-FCCC-6731-06CAC058C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0" y="575897"/>
            <a:ext cx="6932507" cy="1135838"/>
          </a:xfrm>
        </p:spPr>
        <p:txBody>
          <a:bodyPr anchor="b">
            <a:normAutofit/>
          </a:bodyPr>
          <a:lstStyle/>
          <a:p>
            <a:r>
              <a:rPr lang="en-US" dirty="0"/>
              <a:t>CREATE a config file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F1DE29-D20F-9736-AA3D-8D643A3C837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73731" y="1945178"/>
            <a:ext cx="7630776" cy="4217878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</a:pPr>
            <a:r>
              <a:rPr lang="en-GB" sz="2000" dirty="0"/>
              <a:t>You will need to create a </a:t>
            </a:r>
            <a:r>
              <a:rPr lang="en-GB" sz="2000" b="1" dirty="0"/>
              <a:t>3proxy.cfg </a:t>
            </a:r>
            <a:r>
              <a:rPr lang="en-GB" sz="2000" dirty="0"/>
              <a:t>file in the installation directory to define your proxy rules (e.g., port settings, authentication).</a:t>
            </a:r>
          </a:p>
          <a:p>
            <a:pPr>
              <a:lnSpc>
                <a:spcPct val="90000"/>
              </a:lnSpc>
            </a:pPr>
            <a:r>
              <a:rPr lang="en-GB" sz="2000" dirty="0"/>
              <a:t>Open Notepad and use this basic config. </a:t>
            </a:r>
          </a:p>
          <a:p>
            <a:pPr marL="457200" lvl="2" indent="0">
              <a:lnSpc>
                <a:spcPct val="90000"/>
              </a:lnSpc>
              <a:buNone/>
            </a:pPr>
            <a:r>
              <a:rPr lang="en-GB" sz="1800" dirty="0"/>
              <a:t>auth none</a:t>
            </a:r>
          </a:p>
          <a:p>
            <a:pPr marL="457200" lvl="2" indent="0">
              <a:lnSpc>
                <a:spcPct val="90000"/>
              </a:lnSpc>
              <a:buNone/>
            </a:pPr>
            <a:r>
              <a:rPr lang="en-GB" sz="1800" dirty="0"/>
              <a:t>socks -p1080</a:t>
            </a:r>
          </a:p>
          <a:p>
            <a:pPr marL="457200" lvl="2" indent="0">
              <a:lnSpc>
                <a:spcPct val="90000"/>
              </a:lnSpc>
              <a:buNone/>
            </a:pPr>
            <a:r>
              <a:rPr lang="en-GB" sz="1800" dirty="0"/>
              <a:t>Flush</a:t>
            </a:r>
          </a:p>
          <a:p>
            <a:pPr>
              <a:lnSpc>
                <a:spcPct val="90000"/>
              </a:lnSpc>
            </a:pPr>
            <a:r>
              <a:rPr lang="en-GB" sz="2000" dirty="0"/>
              <a:t>Save the file as </a:t>
            </a:r>
            <a:r>
              <a:rPr lang="en-GB" sz="2000" b="1" dirty="0"/>
              <a:t>3proxy.cfg </a:t>
            </a:r>
            <a:r>
              <a:rPr lang="en-GB" sz="2000" dirty="0"/>
              <a:t>and run the following command in the </a:t>
            </a:r>
            <a:r>
              <a:rPr lang="en-GB" sz="2000" b="1" dirty="0"/>
              <a:t>\tools\bin64</a:t>
            </a:r>
            <a:r>
              <a:rPr lang="en-GB" sz="2000" dirty="0"/>
              <a:t> directory</a:t>
            </a:r>
          </a:p>
          <a:p>
            <a:pPr marL="228600" lvl="1" indent="0">
              <a:lnSpc>
                <a:spcPct val="90000"/>
              </a:lnSpc>
              <a:buNone/>
            </a:pPr>
            <a:r>
              <a:rPr lang="en-GB" sz="2000" dirty="0"/>
              <a:t>.\3proxy.exe 3proxy.cfg</a:t>
            </a:r>
          </a:p>
        </p:txBody>
      </p:sp>
    </p:spTree>
    <p:extLst>
      <p:ext uri="{BB962C8B-B14F-4D97-AF65-F5344CB8AC3E}">
        <p14:creationId xmlns:p14="http://schemas.microsoft.com/office/powerpoint/2010/main" val="9511587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9D3A8-5E6E-DDDF-5E08-F3C8BAF81B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3879" y="240365"/>
            <a:ext cx="4807529" cy="3188635"/>
          </a:xfrm>
        </p:spPr>
        <p:txBody>
          <a:bodyPr anchor="b">
            <a:normAutofit/>
          </a:bodyPr>
          <a:lstStyle/>
          <a:p>
            <a:r>
              <a:rPr lang="en-US" dirty="0"/>
              <a:t>RUN AS A SERVICE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4BDB72-C9C0-F19B-BECF-7BA6D151A5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8870" y="4242216"/>
            <a:ext cx="4912461" cy="1633928"/>
          </a:xfrm>
        </p:spPr>
        <p:txBody>
          <a:bodyPr anchor="t">
            <a:noAutofit/>
          </a:bodyPr>
          <a:lstStyle/>
          <a:p>
            <a:pPr>
              <a:lnSpc>
                <a:spcPct val="90000"/>
              </a:lnSpc>
            </a:pPr>
            <a:r>
              <a:rPr lang="en-GB" sz="2000" dirty="0"/>
              <a:t>To keep it running in the background, you can install it as a Windows service using:</a:t>
            </a:r>
          </a:p>
          <a:p>
            <a:pPr marL="228600" lvl="1" indent="0">
              <a:lnSpc>
                <a:spcPct val="90000"/>
              </a:lnSpc>
              <a:buNone/>
            </a:pPr>
            <a:r>
              <a:rPr lang="en-GB" sz="2000" b="1" dirty="0"/>
              <a:t>3proxy.exe --install</a:t>
            </a:r>
          </a:p>
        </p:txBody>
      </p:sp>
    </p:spTree>
    <p:extLst>
      <p:ext uri="{BB962C8B-B14F-4D97-AF65-F5344CB8AC3E}">
        <p14:creationId xmlns:p14="http://schemas.microsoft.com/office/powerpoint/2010/main" val="3074183681"/>
      </p:ext>
    </p:extLst>
  </p:cSld>
  <p:clrMapOvr>
    <a:masterClrMapping/>
  </p:clrMapOvr>
</p:sld>
</file>

<file path=ppt/theme/theme1.xml><?xml version="1.0" encoding="utf-8"?>
<a:theme xmlns:a="http://schemas.openxmlformats.org/drawingml/2006/main" name="Northern lights">
  <a:themeElements>
    <a:clrScheme name="Blue Green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Custom 13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orthern lights_e16e022e-be2c-4e5f-a1a0-12ee95ec224d_wac_v2" id="{B6B6850C-8787-446D-AEF8-4F4B369C2BE6}" vid="{B649D6A8-486A-404C-BAE4-F6DCFECB1A6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2" ma:contentTypeDescription="Create a new document." ma:contentTypeScope="" ma:versionID="0635a23c60cc3de58ab4c1efc88efc6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b2ec4e1d644ed04c8d3fd0ef60d056a4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  <xsd:element ref="ns2:HasDigitalSignature" minOccurs="0"/>
                <xsd:element ref="ns2:DigitalSignatureProvide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  <xsd:element name="HasDigitalSignature" ma:index="34" nillable="true" ma:displayName="Signed electronically" ma:internalName="HasDigitalSignature" ma:readOnly="true">
      <xsd:simpleType>
        <xsd:restriction base="dms:Boolean"/>
      </xsd:simpleType>
    </xsd:element>
    <xsd:element name="DigitalSignatureProvider" ma:index="35" nillable="true" ma:displayName="Signature provider" ma:internalName="DigitalSignatureProvider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1CAF6374-A7FD-4717-AFE0-646B462CEB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8E339AF-67FC-4BA3-8B2E-038B3ED310D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B99ED26-B189-4BA1-99D0-1112D8C2F106}">
  <ds:schemaRefs>
    <ds:schemaRef ds:uri="http://purl.org/dc/terms/"/>
    <ds:schemaRef ds:uri="http://schemas.microsoft.com/office/2006/metadata/properties"/>
    <ds:schemaRef ds:uri="http://purl.org/dc/dcmitype/"/>
    <ds:schemaRef ds:uri="http://schemas.microsoft.com/office/2006/documentManagement/types"/>
    <ds:schemaRef ds:uri="230e9df3-be65-4c73-a93b-d1236ebd677e"/>
    <ds:schemaRef ds:uri="http://purl.org/dc/elements/1.1/"/>
    <ds:schemaRef ds:uri="http://schemas.microsoft.com/office/infopath/2007/PartnerControls"/>
    <ds:schemaRef ds:uri="http://www.w3.org/XML/1998/namespace"/>
    <ds:schemaRef ds:uri="http://schemas.openxmlformats.org/package/2006/metadata/core-properties"/>
    <ds:schemaRef ds:uri="16c05727-aa75-4e4a-9b5f-8a80a1165891"/>
    <ds:schemaRef ds:uri="71af3243-3dd4-4a8d-8c0d-dd76da1f02a5"/>
    <ds:schemaRef ds:uri="http://schemas.microsoft.com/sharepoint/v3"/>
  </ds:schemaRefs>
</ds:datastoreItem>
</file>

<file path=docMetadata/LabelInfo.xml><?xml version="1.0" encoding="utf-8"?>
<clbl:labelList xmlns:clbl="http://schemas.microsoft.com/office/2020/mipLabelMetadata">
  <clbl:label id="{1a19d03a-48bc-4359-8038-5b5f6d5847c3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{82A428AA-B856-47A9-A1C9-900B2D5A18C4}a68ed2e1-c015-4bc0-a84f-ee5b52e9f56e-TFe16e022e-be2c-4e5f-a1a0-12ee95ec224d7989ee22_win32</Template>
  <TotalTime>199</TotalTime>
  <Words>287</Words>
  <Application>Microsoft Office PowerPoint</Application>
  <PresentationFormat>Widescreen</PresentationFormat>
  <Paragraphs>26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Arial</vt:lpstr>
      <vt:lpstr>Avenir Next LT Pro</vt:lpstr>
      <vt:lpstr>Northern lights</vt:lpstr>
      <vt:lpstr>Setting up proxy server on aws</vt:lpstr>
      <vt:lpstr>INSTALL CHOCOLATEY</vt:lpstr>
      <vt:lpstr>INSTALL 3PROXY</vt:lpstr>
      <vt:lpstr>CREATE a config file</vt:lpstr>
      <vt:lpstr>RUN AS A SERVICE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Olalekan Omotayo</dc:creator>
  <cp:lastModifiedBy>Olalekan Omotayo</cp:lastModifiedBy>
  <cp:revision>5</cp:revision>
  <dcterms:created xsi:type="dcterms:W3CDTF">2026-05-19T03:40:25Z</dcterms:created>
  <dcterms:modified xsi:type="dcterms:W3CDTF">2026-05-19T06:59:28Z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