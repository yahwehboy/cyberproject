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notesMasterIdLst>
    <p:notesMasterId r:id="rId7"/>
  </p:notesMasterIdLst>
  <p:handoutMasterIdLst>
    <p:handoutMasterId r:id="rId8"/>
  </p:handoutMasterIdLst>
  <p:sldIdLst>
    <p:sldId id="260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8"/>
  </p:normalViewPr>
  <p:slideViewPr>
    <p:cSldViewPr snapToGrid="0" showGuides="1">
      <p:cViewPr varScale="1">
        <p:scale>
          <a:sx n="64" d="100"/>
          <a:sy n="64" d="100"/>
        </p:scale>
        <p:origin x="8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F908D7-589C-4ABE-BF85-C1DA0836BE46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A91EDF7-4CDB-4E8D-9EA8-C20B0E5C14E4}">
      <dgm:prSet custT="1"/>
      <dgm:spPr/>
      <dgm:t>
        <a:bodyPr/>
        <a:lstStyle/>
        <a:p>
          <a:r>
            <a:rPr lang="en-GB" sz="2000"/>
            <a:t>Ensure the security group allows inbound traffic on port 3389 (RDP).</a:t>
          </a:r>
          <a:endParaRPr lang="en-US" sz="2000"/>
        </a:p>
      </dgm:t>
    </dgm:pt>
    <dgm:pt modelId="{72B857A1-FAE2-4368-9F5D-2C040706540A}" type="parTrans" cxnId="{C32E6B52-114D-4D37-A06C-E06E2C435196}">
      <dgm:prSet/>
      <dgm:spPr/>
      <dgm:t>
        <a:bodyPr/>
        <a:lstStyle/>
        <a:p>
          <a:endParaRPr lang="en-US" sz="2000"/>
        </a:p>
      </dgm:t>
    </dgm:pt>
    <dgm:pt modelId="{04A6C5E9-FBD6-42A8-B868-78885DF6D7D3}" type="sibTrans" cxnId="{C32E6B52-114D-4D37-A06C-E06E2C435196}">
      <dgm:prSet/>
      <dgm:spPr/>
      <dgm:t>
        <a:bodyPr/>
        <a:lstStyle/>
        <a:p>
          <a:endParaRPr lang="en-US" sz="2000"/>
        </a:p>
      </dgm:t>
    </dgm:pt>
    <dgm:pt modelId="{4999FBAE-C868-4BF6-9AF1-6B63CDFDA8E6}">
      <dgm:prSet custT="1"/>
      <dgm:spPr/>
      <dgm:t>
        <a:bodyPr/>
        <a:lstStyle/>
        <a:p>
          <a:r>
            <a:rPr lang="en-GB" sz="2000" dirty="0"/>
            <a:t>Set the Source to "My IP" for better security, or "Anywhere" (0.0.0.0/0) if your IP changes frequently.</a:t>
          </a:r>
          <a:endParaRPr lang="en-US" sz="2000" dirty="0"/>
        </a:p>
      </dgm:t>
    </dgm:pt>
    <dgm:pt modelId="{95BED18D-B4AA-48C9-88FD-DCD39005C253}" type="parTrans" cxnId="{1E53B480-2A97-4E70-9974-EBFE27E565D3}">
      <dgm:prSet/>
      <dgm:spPr/>
      <dgm:t>
        <a:bodyPr/>
        <a:lstStyle/>
        <a:p>
          <a:endParaRPr lang="en-US" sz="2000"/>
        </a:p>
      </dgm:t>
    </dgm:pt>
    <dgm:pt modelId="{84546239-729E-4795-8643-53975ABEA445}" type="sibTrans" cxnId="{1E53B480-2A97-4E70-9974-EBFE27E565D3}">
      <dgm:prSet/>
      <dgm:spPr/>
      <dgm:t>
        <a:bodyPr/>
        <a:lstStyle/>
        <a:p>
          <a:endParaRPr lang="en-US" sz="2000"/>
        </a:p>
      </dgm:t>
    </dgm:pt>
    <dgm:pt modelId="{A3F7C149-3667-4D26-9D07-FDC93E393D4B}" type="pres">
      <dgm:prSet presAssocID="{69F908D7-589C-4ABE-BF85-C1DA0836BE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66DEA02-0121-4070-BF90-D850A0F356D9}" type="pres">
      <dgm:prSet presAssocID="{0A91EDF7-4CDB-4E8D-9EA8-C20B0E5C14E4}" presName="hierRoot1" presStyleCnt="0"/>
      <dgm:spPr/>
    </dgm:pt>
    <dgm:pt modelId="{2D82E600-7F23-4291-98C2-4CB915ABCE7C}" type="pres">
      <dgm:prSet presAssocID="{0A91EDF7-4CDB-4E8D-9EA8-C20B0E5C14E4}" presName="composite" presStyleCnt="0"/>
      <dgm:spPr/>
    </dgm:pt>
    <dgm:pt modelId="{8AFF05BE-1A1E-4C2B-90D5-66A0B964EE59}" type="pres">
      <dgm:prSet presAssocID="{0A91EDF7-4CDB-4E8D-9EA8-C20B0E5C14E4}" presName="background" presStyleLbl="node0" presStyleIdx="0" presStyleCnt="2"/>
      <dgm:spPr/>
    </dgm:pt>
    <dgm:pt modelId="{3F7A4E78-2F33-43BE-84B3-0EB6D630EC07}" type="pres">
      <dgm:prSet presAssocID="{0A91EDF7-4CDB-4E8D-9EA8-C20B0E5C14E4}" presName="text" presStyleLbl="fgAcc0" presStyleIdx="0" presStyleCnt="2">
        <dgm:presLayoutVars>
          <dgm:chPref val="3"/>
        </dgm:presLayoutVars>
      </dgm:prSet>
      <dgm:spPr/>
    </dgm:pt>
    <dgm:pt modelId="{EABD1946-FC3B-40CA-9A6E-F2FEC322A10B}" type="pres">
      <dgm:prSet presAssocID="{0A91EDF7-4CDB-4E8D-9EA8-C20B0E5C14E4}" presName="hierChild2" presStyleCnt="0"/>
      <dgm:spPr/>
    </dgm:pt>
    <dgm:pt modelId="{A161341D-3049-4A42-BAB8-A3A5EA76362A}" type="pres">
      <dgm:prSet presAssocID="{4999FBAE-C868-4BF6-9AF1-6B63CDFDA8E6}" presName="hierRoot1" presStyleCnt="0"/>
      <dgm:spPr/>
    </dgm:pt>
    <dgm:pt modelId="{03467BF3-8EE8-4056-B67A-F690660D2B57}" type="pres">
      <dgm:prSet presAssocID="{4999FBAE-C868-4BF6-9AF1-6B63CDFDA8E6}" presName="composite" presStyleCnt="0"/>
      <dgm:spPr/>
    </dgm:pt>
    <dgm:pt modelId="{1143DDAD-4873-4277-BCA6-CEFB34BEEFD6}" type="pres">
      <dgm:prSet presAssocID="{4999FBAE-C868-4BF6-9AF1-6B63CDFDA8E6}" presName="background" presStyleLbl="node0" presStyleIdx="1" presStyleCnt="2"/>
      <dgm:spPr/>
    </dgm:pt>
    <dgm:pt modelId="{7271C6B8-3141-4EC4-92BA-CA74DD53BDB9}" type="pres">
      <dgm:prSet presAssocID="{4999FBAE-C868-4BF6-9AF1-6B63CDFDA8E6}" presName="text" presStyleLbl="fgAcc0" presStyleIdx="1" presStyleCnt="2">
        <dgm:presLayoutVars>
          <dgm:chPref val="3"/>
        </dgm:presLayoutVars>
      </dgm:prSet>
      <dgm:spPr/>
    </dgm:pt>
    <dgm:pt modelId="{4DB3581A-2F1E-4D63-A73A-AEEBC206E38C}" type="pres">
      <dgm:prSet presAssocID="{4999FBAE-C868-4BF6-9AF1-6B63CDFDA8E6}" presName="hierChild2" presStyleCnt="0"/>
      <dgm:spPr/>
    </dgm:pt>
  </dgm:ptLst>
  <dgm:cxnLst>
    <dgm:cxn modelId="{C32E6B52-114D-4D37-A06C-E06E2C435196}" srcId="{69F908D7-589C-4ABE-BF85-C1DA0836BE46}" destId="{0A91EDF7-4CDB-4E8D-9EA8-C20B0E5C14E4}" srcOrd="0" destOrd="0" parTransId="{72B857A1-FAE2-4368-9F5D-2C040706540A}" sibTransId="{04A6C5E9-FBD6-42A8-B868-78885DF6D7D3}"/>
    <dgm:cxn modelId="{4CF60E58-DB14-4FFB-B336-0C45C1618158}" type="presOf" srcId="{0A91EDF7-4CDB-4E8D-9EA8-C20B0E5C14E4}" destId="{3F7A4E78-2F33-43BE-84B3-0EB6D630EC07}" srcOrd="0" destOrd="0" presId="urn:microsoft.com/office/officeart/2005/8/layout/hierarchy1"/>
    <dgm:cxn modelId="{1E53B480-2A97-4E70-9974-EBFE27E565D3}" srcId="{69F908D7-589C-4ABE-BF85-C1DA0836BE46}" destId="{4999FBAE-C868-4BF6-9AF1-6B63CDFDA8E6}" srcOrd="1" destOrd="0" parTransId="{95BED18D-B4AA-48C9-88FD-DCD39005C253}" sibTransId="{84546239-729E-4795-8643-53975ABEA445}"/>
    <dgm:cxn modelId="{0E9820A8-240C-42D0-B5B7-53C5298C7ED1}" type="presOf" srcId="{69F908D7-589C-4ABE-BF85-C1DA0836BE46}" destId="{A3F7C149-3667-4D26-9D07-FDC93E393D4B}" srcOrd="0" destOrd="0" presId="urn:microsoft.com/office/officeart/2005/8/layout/hierarchy1"/>
    <dgm:cxn modelId="{69E5E8B5-A032-402E-BCB5-D4C08BBDE013}" type="presOf" srcId="{4999FBAE-C868-4BF6-9AF1-6B63CDFDA8E6}" destId="{7271C6B8-3141-4EC4-92BA-CA74DD53BDB9}" srcOrd="0" destOrd="0" presId="urn:microsoft.com/office/officeart/2005/8/layout/hierarchy1"/>
    <dgm:cxn modelId="{D4A63E76-7429-4B54-BA93-EF69D09774C1}" type="presParOf" srcId="{A3F7C149-3667-4D26-9D07-FDC93E393D4B}" destId="{266DEA02-0121-4070-BF90-D850A0F356D9}" srcOrd="0" destOrd="0" presId="urn:microsoft.com/office/officeart/2005/8/layout/hierarchy1"/>
    <dgm:cxn modelId="{C13E9D7F-4744-4B5C-BDE9-E9A7590D3D41}" type="presParOf" srcId="{266DEA02-0121-4070-BF90-D850A0F356D9}" destId="{2D82E600-7F23-4291-98C2-4CB915ABCE7C}" srcOrd="0" destOrd="0" presId="urn:microsoft.com/office/officeart/2005/8/layout/hierarchy1"/>
    <dgm:cxn modelId="{BF8BD66C-F768-4D55-BDC8-C97C5C74C798}" type="presParOf" srcId="{2D82E600-7F23-4291-98C2-4CB915ABCE7C}" destId="{8AFF05BE-1A1E-4C2B-90D5-66A0B964EE59}" srcOrd="0" destOrd="0" presId="urn:microsoft.com/office/officeart/2005/8/layout/hierarchy1"/>
    <dgm:cxn modelId="{71D8BDCF-310E-4AF7-B5AE-6DD6CBE01986}" type="presParOf" srcId="{2D82E600-7F23-4291-98C2-4CB915ABCE7C}" destId="{3F7A4E78-2F33-43BE-84B3-0EB6D630EC07}" srcOrd="1" destOrd="0" presId="urn:microsoft.com/office/officeart/2005/8/layout/hierarchy1"/>
    <dgm:cxn modelId="{CBCB564E-55CB-4FCD-A862-C3382603680E}" type="presParOf" srcId="{266DEA02-0121-4070-BF90-D850A0F356D9}" destId="{EABD1946-FC3B-40CA-9A6E-F2FEC322A10B}" srcOrd="1" destOrd="0" presId="urn:microsoft.com/office/officeart/2005/8/layout/hierarchy1"/>
    <dgm:cxn modelId="{230F9160-B7B2-4BA9-91BB-1A3FD180CCDF}" type="presParOf" srcId="{A3F7C149-3667-4D26-9D07-FDC93E393D4B}" destId="{A161341D-3049-4A42-BAB8-A3A5EA76362A}" srcOrd="1" destOrd="0" presId="urn:microsoft.com/office/officeart/2005/8/layout/hierarchy1"/>
    <dgm:cxn modelId="{CF94C318-CD90-4073-8F5D-5ECC939A09BD}" type="presParOf" srcId="{A161341D-3049-4A42-BAB8-A3A5EA76362A}" destId="{03467BF3-8EE8-4056-B67A-F690660D2B57}" srcOrd="0" destOrd="0" presId="urn:microsoft.com/office/officeart/2005/8/layout/hierarchy1"/>
    <dgm:cxn modelId="{24789091-D9DC-441C-8460-56DAA917E153}" type="presParOf" srcId="{03467BF3-8EE8-4056-B67A-F690660D2B57}" destId="{1143DDAD-4873-4277-BCA6-CEFB34BEEFD6}" srcOrd="0" destOrd="0" presId="urn:microsoft.com/office/officeart/2005/8/layout/hierarchy1"/>
    <dgm:cxn modelId="{A0638945-031E-44E7-A06C-EB2D0A1577B4}" type="presParOf" srcId="{03467BF3-8EE8-4056-B67A-F690660D2B57}" destId="{7271C6B8-3141-4EC4-92BA-CA74DD53BDB9}" srcOrd="1" destOrd="0" presId="urn:microsoft.com/office/officeart/2005/8/layout/hierarchy1"/>
    <dgm:cxn modelId="{807B8B04-2041-4474-9A1C-DE0414FC741B}" type="presParOf" srcId="{A161341D-3049-4A42-BAB8-A3A5EA76362A}" destId="{4DB3581A-2F1E-4D63-A73A-AEEBC206E38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F05BE-1A1E-4C2B-90D5-66A0B964EE59}">
      <dsp:nvSpPr>
        <dsp:cNvPr id="0" name=""/>
        <dsp:cNvSpPr/>
      </dsp:nvSpPr>
      <dsp:spPr>
        <a:xfrm>
          <a:off x="959" y="23003"/>
          <a:ext cx="3368752" cy="21391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7A4E78-2F33-43BE-84B3-0EB6D630EC07}">
      <dsp:nvSpPr>
        <dsp:cNvPr id="0" name=""/>
        <dsp:cNvSpPr/>
      </dsp:nvSpPr>
      <dsp:spPr>
        <a:xfrm>
          <a:off x="375265" y="378594"/>
          <a:ext cx="3368752" cy="21391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Ensure the security group allows inbound traffic on port 3389 (RDP).</a:t>
          </a:r>
          <a:endParaRPr lang="en-US" sz="2000" kern="1200"/>
        </a:p>
      </dsp:txBody>
      <dsp:txXfrm>
        <a:off x="437919" y="441248"/>
        <a:ext cx="3243444" cy="2013849"/>
      </dsp:txXfrm>
    </dsp:sp>
    <dsp:sp modelId="{1143DDAD-4873-4277-BCA6-CEFB34BEEFD6}">
      <dsp:nvSpPr>
        <dsp:cNvPr id="0" name=""/>
        <dsp:cNvSpPr/>
      </dsp:nvSpPr>
      <dsp:spPr>
        <a:xfrm>
          <a:off x="4118323" y="23003"/>
          <a:ext cx="3368752" cy="21391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271C6B8-3141-4EC4-92BA-CA74DD53BDB9}">
      <dsp:nvSpPr>
        <dsp:cNvPr id="0" name=""/>
        <dsp:cNvSpPr/>
      </dsp:nvSpPr>
      <dsp:spPr>
        <a:xfrm>
          <a:off x="4492629" y="378594"/>
          <a:ext cx="3368752" cy="21391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Set the Source to "My IP" for better security, or "Anywhere" (0.0.0.0/0) if your IP changes frequently.</a:t>
          </a:r>
          <a:endParaRPr lang="en-US" sz="2000" kern="1200" dirty="0"/>
        </a:p>
      </dsp:txBody>
      <dsp:txXfrm>
        <a:off x="4555283" y="441248"/>
        <a:ext cx="3243444" cy="2013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</p:spPr>
        <p:txBody>
          <a:bodyPr anchor="t">
            <a:normAutofit/>
          </a:bodyPr>
          <a:lstStyle/>
          <a:p>
            <a:r>
              <a:rPr lang="en-US" sz="4200" b="1" dirty="0"/>
              <a:t>Create RDP on AWS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Olalekan Omotayo(Yahwehboy)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3B372-732E-2315-7D20-7399A31AB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756" y="457199"/>
            <a:ext cx="6849439" cy="4572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5C43-4208-0220-F183-E1CE4EB6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</p:spPr>
        <p:txBody>
          <a:bodyPr anchor="t">
            <a:normAutofit/>
          </a:bodyPr>
          <a:lstStyle/>
          <a:p>
            <a:r>
              <a:rPr lang="en-GB" b="1" dirty="0"/>
              <a:t>Launch a Windows EC2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63380-22EA-A207-A0C2-ADC6F8EED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943100"/>
            <a:ext cx="5106649" cy="4378272"/>
          </a:xfrm>
        </p:spPr>
        <p:txBody>
          <a:bodyPr anchor="b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Sign in to the AWS Management Console and go to the EC2 Dashboard.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Click </a:t>
            </a:r>
            <a:r>
              <a:rPr lang="en-GB" sz="2000" b="1" dirty="0"/>
              <a:t>Launch Instance</a:t>
            </a:r>
            <a:r>
              <a:rPr lang="en-GB" sz="2000" dirty="0"/>
              <a:t>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Name you instance (e.g., "Windows-RDP").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Under Application and OS Images, select a </a:t>
            </a:r>
            <a:r>
              <a:rPr lang="en-GB" sz="2000" b="1" dirty="0"/>
              <a:t>Windows Server</a:t>
            </a:r>
            <a:r>
              <a:rPr lang="en-GB" sz="2000" dirty="0"/>
              <a:t> AMI (e.g., Windows Server 2025 Base).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Choose an instance type (e.g., t2.micro for free tier)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Create a </a:t>
            </a:r>
            <a:r>
              <a:rPr lang="en-GB" sz="2000" b="1" dirty="0"/>
              <a:t>Key pair</a:t>
            </a:r>
            <a:r>
              <a:rPr lang="en-GB" sz="2000" dirty="0"/>
              <a:t> and download the .</a:t>
            </a:r>
            <a:r>
              <a:rPr lang="en-GB" sz="2000" dirty="0" err="1"/>
              <a:t>pem</a:t>
            </a:r>
            <a:r>
              <a:rPr lang="en-GB" sz="2000" dirty="0"/>
              <a:t> file. </a:t>
            </a:r>
            <a:r>
              <a:rPr lang="en-GB" sz="2000" b="1" dirty="0"/>
              <a:t>This is critical for retrieving the password</a:t>
            </a:r>
            <a:r>
              <a:rPr lang="en-GB" sz="2000" dirty="0"/>
              <a:t>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8A317-18DD-7445-61FB-C05CC3A56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75"/>
          <a:stretch>
            <a:fillRect/>
          </a:stretch>
        </p:blipFill>
        <p:spPr>
          <a:xfrm>
            <a:off x="5563849" y="992886"/>
            <a:ext cx="6170951" cy="48722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163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44963D-F8A2-BF05-7172-D6079060C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97"/>
          <a:stretch>
            <a:fillRect/>
          </a:stretch>
        </p:blipFill>
        <p:spPr>
          <a:xfrm>
            <a:off x="5540593" y="280847"/>
            <a:ext cx="6194207" cy="3148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E91D23-EBE7-4A96-0558-51D930D2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398187" cy="2540756"/>
          </a:xfrm>
        </p:spPr>
        <p:txBody>
          <a:bodyPr anchor="b">
            <a:normAutofit/>
          </a:bodyPr>
          <a:lstStyle/>
          <a:p>
            <a:r>
              <a:rPr lang="en-GB" dirty="0"/>
              <a:t>Configure Security Group (Enable RDP)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259107-4BAB-E6B6-72A5-1A5BE0DA26B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85433086"/>
              </p:ext>
            </p:extLst>
          </p:nvPr>
        </p:nvGraphicFramePr>
        <p:xfrm>
          <a:off x="457200" y="3657216"/>
          <a:ext cx="7862341" cy="2540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0104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7585-C6B7-501F-A859-9CCB9ADA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</p:spPr>
        <p:txBody>
          <a:bodyPr anchor="t">
            <a:noAutofit/>
          </a:bodyPr>
          <a:lstStyle/>
          <a:p>
            <a:r>
              <a:rPr lang="en-GB" sz="6000" dirty="0"/>
              <a:t>Launch and 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BF48-50DE-5138-BFA4-E2ADD342618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>
            <a:normAutofit/>
          </a:bodyPr>
          <a:lstStyle/>
          <a:p>
            <a:r>
              <a:rPr lang="en-GB" sz="2000" dirty="0"/>
              <a:t>Click </a:t>
            </a:r>
            <a:r>
              <a:rPr lang="en-GB" sz="2000" b="1" dirty="0"/>
              <a:t>Launch Instance</a:t>
            </a:r>
          </a:p>
          <a:p>
            <a:r>
              <a:rPr lang="en-GB" sz="2000" dirty="0"/>
              <a:t>Go to instances, select your new instance, and click </a:t>
            </a:r>
            <a:r>
              <a:rPr lang="en-GB" sz="2000" b="1" dirty="0"/>
              <a:t>Connect</a:t>
            </a:r>
            <a:r>
              <a:rPr lang="en-GB" sz="2000" dirty="0"/>
              <a:t>.</a:t>
            </a:r>
          </a:p>
          <a:p>
            <a:r>
              <a:rPr lang="en-GB" sz="2000" dirty="0"/>
              <a:t>Select the </a:t>
            </a:r>
            <a:r>
              <a:rPr lang="en-GB" sz="2000" b="1" dirty="0"/>
              <a:t>RDP client</a:t>
            </a:r>
            <a:r>
              <a:rPr lang="en-GB" sz="2000" dirty="0"/>
              <a:t> tab and click </a:t>
            </a:r>
            <a:r>
              <a:rPr lang="en-GB" sz="2000" b="1" dirty="0"/>
              <a:t>Download remote desktop file.</a:t>
            </a:r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33454-322B-AF0A-BEC7-2F96CEE3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57200" y="3669912"/>
            <a:ext cx="11277600" cy="22988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6598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EA8F9-A3FC-8A7F-12DF-5008D1EF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</p:spPr>
        <p:txBody>
          <a:bodyPr anchor="t">
            <a:normAutofit/>
          </a:bodyPr>
          <a:lstStyle/>
          <a:p>
            <a:r>
              <a:rPr lang="en-GB" dirty="0"/>
              <a:t>Retrieve Password and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B82C8-E936-A954-ABC0-934E2AB014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In the "Connect to instance" screen, click </a:t>
            </a:r>
            <a:r>
              <a:rPr lang="en-GB" b="1" dirty="0"/>
              <a:t>Get password</a:t>
            </a:r>
            <a:r>
              <a:rPr lang="en-GB" dirty="0"/>
              <a:t>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Upload your .</a:t>
            </a:r>
            <a:r>
              <a:rPr lang="en-GB" dirty="0" err="1"/>
              <a:t>pem</a:t>
            </a:r>
            <a:r>
              <a:rPr lang="en-GB" dirty="0"/>
              <a:t> key file and click </a:t>
            </a:r>
            <a:r>
              <a:rPr lang="en-GB" b="1" dirty="0"/>
              <a:t>Decrypt Password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Open the downloaded RDP file, enter the username (Administrator) and the decrypted password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FBE77D-9814-5EB9-0158-4D088159E4C0}"/>
              </a:ext>
            </a:extLst>
          </p:cNvPr>
          <p:cNvGrpSpPr/>
          <p:nvPr/>
        </p:nvGrpSpPr>
        <p:grpSpPr>
          <a:xfrm>
            <a:off x="5912587" y="457200"/>
            <a:ext cx="6084874" cy="5943601"/>
            <a:chOff x="2282397" y="972013"/>
            <a:chExt cx="6893272" cy="68372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809640E-7708-19CB-5BD2-8F7B4A2FC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2397" y="972013"/>
              <a:ext cx="6893272" cy="365811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29FC7D-8746-4032-AA7A-52A0E0D2E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2397" y="4630124"/>
              <a:ext cx="6893272" cy="31791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0251016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{345FAE14-3708-49B4-A992-B335D30BB5DB}76eb6e63-359a-49aa-b46c-7c5b67ea33bb-TF1ddfefa5-03ef-44f0-b9f8-5e27349af6c5_win32</Template>
  <TotalTime>66</TotalTime>
  <Words>219</Words>
  <Application>Microsoft Office PowerPoint</Application>
  <PresentationFormat>Widescreen</PresentationFormat>
  <Paragraphs>21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Light</vt:lpstr>
      <vt:lpstr>Arial</vt:lpstr>
      <vt:lpstr>Chamberi Super Display</vt:lpstr>
      <vt:lpstr>Prismatic Polygons</vt:lpstr>
      <vt:lpstr>Create RDP on AWS</vt:lpstr>
      <vt:lpstr>Launch a Windows EC2 Instance</vt:lpstr>
      <vt:lpstr>Configure Security Group (Enable RDP)</vt:lpstr>
      <vt:lpstr>Launch and Connect</vt:lpstr>
      <vt:lpstr>Retrieve Password and Login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Olalekan Omotayo</dc:creator>
  <cp:lastModifiedBy>Olalekan Omotayo</cp:lastModifiedBy>
  <cp:revision>13</cp:revision>
  <dcterms:created xsi:type="dcterms:W3CDTF">2026-05-22T03:12:25Z</dcterms:created>
  <dcterms:modified xsi:type="dcterms:W3CDTF">2026-05-22T04:18:27Z</dcterms:modified>
</cp:coreProperties>
</file>